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7" r:id="rId11"/>
    <p:sldId id="269" r:id="rId12"/>
    <p:sldId id="270" r:id="rId13"/>
    <p:sldId id="271" r:id="rId14"/>
    <p:sldId id="265" r:id="rId15"/>
    <p:sldId id="266" r:id="rId16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2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65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B8377-DCDA-4953-B452-CE4A280A8D6A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AD997-B4F4-48D0-AEA4-1759D9498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74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AD997-B4F4-48D0-AEA4-1759D9498DE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395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AD997-B4F4-48D0-AEA4-1759D9498DE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394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AD997-B4F4-48D0-AEA4-1759D9498DE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24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49135" y="4385890"/>
            <a:ext cx="11987443" cy="2085363"/>
            <a:chOff x="3149135" y="4385890"/>
            <a:chExt cx="11987443" cy="20853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135" y="4385890"/>
              <a:ext cx="11987443" cy="20853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370835" y="7169465"/>
            <a:ext cx="1524996" cy="128571"/>
            <a:chOff x="8370835" y="7169465"/>
            <a:chExt cx="1524996" cy="12857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8370835" y="7169465"/>
              <a:ext cx="1524996" cy="12857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370853" y="6641230"/>
            <a:ext cx="516186" cy="777986"/>
            <a:chOff x="15370853" y="6641230"/>
            <a:chExt cx="516186" cy="7779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140000">
              <a:off x="15370853" y="6641230"/>
              <a:ext cx="516186" cy="7779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86013" y="8176029"/>
            <a:ext cx="7913692" cy="10918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3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마켓컬리</a:t>
            </a:r>
            <a:r>
              <a:rPr lang="ko-KR" altLang="en-US" sz="2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 </a:t>
            </a:r>
            <a:r>
              <a:rPr lang="en-US" altLang="ko-KR" sz="2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DB </a:t>
            </a:r>
            <a:r>
              <a:rPr lang="ko-KR" altLang="en-US" sz="2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분석</a:t>
            </a:r>
            <a:endParaRPr lang="en-US" altLang="ko-KR" sz="23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3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이령경</a:t>
            </a:r>
            <a:endParaRPr lang="en-US" sz="23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9585" y="4623876"/>
            <a:ext cx="16466545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9200" kern="0" spc="-500" dirty="0">
                <a:solidFill>
                  <a:srgbClr val="532472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Pretendard Medium" panose="02000603000000020004" pitchFamily="50" charset="-127"/>
              </a:rPr>
              <a:t>DB</a:t>
            </a:r>
            <a:r>
              <a:rPr lang="ko-KR" altLang="en-US" sz="9200" kern="0" spc="-500" dirty="0">
                <a:solidFill>
                  <a:srgbClr val="532472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Pretendard Medium" panose="02000603000000020004" pitchFamily="50" charset="-127"/>
              </a:rPr>
              <a:t>분석 설계</a:t>
            </a:r>
            <a:endParaRPr lang="en-US" dirty="0">
              <a:latin typeface="Noto Sans KR Black" panose="020B0A00000000000000" pitchFamily="34" charset="-127"/>
              <a:ea typeface="Noto Sans KR Black" panose="020B0A00000000000000" pitchFamily="34" charset="-127"/>
              <a:cs typeface="Pretendard Medium" panose="02000603000000020004" pitchFamily="50" charset="-127"/>
            </a:endParaRPr>
          </a:p>
        </p:txBody>
      </p:sp>
      <p:grpSp>
        <p:nvGrpSpPr>
          <p:cNvPr id="1005" name="그룹 1005"/>
          <p:cNvGrpSpPr/>
          <p:nvPr/>
        </p:nvGrpSpPr>
        <p:grpSpPr>
          <a:xfrm>
            <a:off x="5965751" y="1521286"/>
            <a:ext cx="6171429" cy="3907286"/>
            <a:chOff x="5965751" y="1521286"/>
            <a:chExt cx="6171429" cy="3907286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5751" y="1521286"/>
              <a:ext cx="6171429" cy="39072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38612" y="723900"/>
            <a:ext cx="7119919" cy="2085363"/>
            <a:chOff x="1438612" y="1028602"/>
            <a:chExt cx="7119919" cy="20853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8612" y="1028602"/>
              <a:ext cx="7119919" cy="20853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450198" y="2791405"/>
            <a:ext cx="28571" cy="7650054"/>
            <a:chOff x="8450198" y="3096107"/>
            <a:chExt cx="28571" cy="765005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4639457" y="6906848"/>
              <a:ext cx="7650054" cy="2857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521345" y="2699024"/>
            <a:ext cx="10111641" cy="28571"/>
            <a:chOff x="8521345" y="3003726"/>
            <a:chExt cx="10111641" cy="2857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21345" y="3003726"/>
              <a:ext cx="10111641" cy="2857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-173668" y="820948"/>
            <a:ext cx="1660802" cy="28571"/>
            <a:chOff x="-173668" y="1125650"/>
            <a:chExt cx="1660802" cy="2857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173668" y="1125650"/>
              <a:ext cx="1660802" cy="2857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859737" y="1299816"/>
            <a:ext cx="566240" cy="933529"/>
            <a:chOff x="8859737" y="1604518"/>
            <a:chExt cx="566240" cy="93352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080000">
              <a:off x="8859737" y="1604518"/>
              <a:ext cx="566240" cy="93352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415166" y="2791404"/>
            <a:ext cx="6028540" cy="11787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500" kern="0" spc="-100" dirty="0" err="1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마켓컬리의</a:t>
            </a:r>
            <a:r>
              <a:rPr lang="ko-KR" altLang="en-US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 주문</a:t>
            </a:r>
            <a:r>
              <a:rPr lang="en-US" altLang="ko-KR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, </a:t>
            </a:r>
            <a:r>
              <a:rPr lang="ko-KR" altLang="en-US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회원</a:t>
            </a:r>
            <a:r>
              <a:rPr lang="en-US" altLang="ko-KR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, </a:t>
            </a:r>
            <a:r>
              <a:rPr lang="ko-KR" altLang="en-US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상품</a:t>
            </a:r>
            <a:r>
              <a:rPr lang="en-US" altLang="ko-KR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, </a:t>
            </a:r>
            <a:r>
              <a:rPr lang="ko-KR" altLang="en-US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구매 등에 대해서 시스템 분석 설계를  단계별로 분석한다</a:t>
            </a:r>
            <a:r>
              <a:rPr lang="en-US" altLang="ko-KR" sz="2500" kern="0" spc="-1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.</a:t>
            </a:r>
            <a:endParaRPr 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137" y="1057853"/>
            <a:ext cx="8640869" cy="21245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8000" kern="0" spc="-500" dirty="0">
                <a:solidFill>
                  <a:srgbClr val="532472"/>
                </a:solidFill>
                <a:latin typeface="Pretendard" pitchFamily="34" charset="0"/>
                <a:cs typeface="Pretendard" pitchFamily="34" charset="0"/>
              </a:rPr>
              <a:t>CONTENTS</a:t>
            </a:r>
            <a:endParaRPr lang="en-US" dirty="0"/>
          </a:p>
        </p:txBody>
      </p:sp>
      <p:sp>
        <p:nvSpPr>
          <p:cNvPr id="20" name="Object 20"/>
          <p:cNvSpPr txBox="1"/>
          <p:nvPr/>
        </p:nvSpPr>
        <p:spPr>
          <a:xfrm>
            <a:off x="8762692" y="3128630"/>
            <a:ext cx="8937110" cy="62786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4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분석 및 수집 </a:t>
            </a:r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01. </a:t>
            </a:r>
            <a:r>
              <a:rPr lang="ko-KR" altLang="en-US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요구사항 명세서</a:t>
            </a:r>
            <a:endParaRPr lang="en-US" altLang="ko-KR" sz="3000" b="1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24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E-R Diagram </a:t>
            </a:r>
            <a:r>
              <a:rPr lang="ko-KR" altLang="en-US" sz="24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설계 </a:t>
            </a:r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02. </a:t>
            </a:r>
            <a:r>
              <a:rPr lang="ko-KR" altLang="en-US" sz="3000" b="1" dirty="0" err="1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개념모델</a:t>
            </a:r>
            <a:endParaRPr lang="en-US" altLang="ko-KR" sz="3000" b="1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ko-KR" altLang="en-US" sz="24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데이터 요소의 구조와 데이터 요소간의 관계 설계 </a:t>
            </a:r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03. </a:t>
            </a:r>
            <a:r>
              <a:rPr lang="ko-KR" altLang="en-US" sz="3000" b="1" dirty="0" err="1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논리모델</a:t>
            </a:r>
            <a:endParaRPr lang="en-US" altLang="ko-KR" sz="3000" b="1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04. </a:t>
            </a:r>
            <a:r>
              <a:rPr lang="ko-KR" altLang="en-US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테이블 명세서</a:t>
            </a:r>
            <a:endParaRPr lang="en-US" altLang="ko-KR" sz="3000" b="1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24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SQL </a:t>
            </a:r>
            <a:r>
              <a:rPr lang="ko-KR" altLang="en-US" sz="2400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테이블 생성</a:t>
            </a:r>
            <a:endParaRPr lang="en-US" altLang="ko-KR" sz="2400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05. </a:t>
            </a:r>
            <a:r>
              <a:rPr lang="ko-KR" altLang="en-US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물리 모델</a:t>
            </a:r>
            <a:endParaRPr lang="en-US" altLang="ko-KR" sz="3000" b="1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endParaRPr lang="en-US" altLang="ko-KR" sz="3000" b="1" dirty="0">
              <a:solidFill>
                <a:srgbClr val="333333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 Light" pitchFamily="34" charset="0"/>
            </a:endParaRPr>
          </a:p>
          <a:p>
            <a:r>
              <a:rPr lang="en-US" altLang="ko-KR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06. SQL </a:t>
            </a:r>
            <a:r>
              <a:rPr lang="ko-KR" altLang="en-US" sz="3000" b="1" dirty="0">
                <a:solidFill>
                  <a:srgbClr val="33333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 Light" pitchFamily="34" charset="0"/>
              </a:rPr>
              <a:t>조회</a:t>
            </a:r>
            <a:endParaRPr lang="en-US" altLang="ko-KR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32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478873" y="1619755"/>
            <a:ext cx="4864809" cy="1218491"/>
            <a:chOff x="4478873" y="2003581"/>
            <a:chExt cx="4864809" cy="1218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8873" y="2003581"/>
              <a:ext cx="4864809" cy="1218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608300" y="1470523"/>
            <a:ext cx="516186" cy="777986"/>
            <a:chOff x="9608300" y="1470523"/>
            <a:chExt cx="516186" cy="7779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140000">
              <a:off x="9608300" y="1470523"/>
              <a:ext cx="516186" cy="7779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-1221868" y="3823195"/>
            <a:ext cx="3814012" cy="150000"/>
            <a:chOff x="-1221868" y="3823195"/>
            <a:chExt cx="3814012" cy="15000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5400000">
              <a:off x="-1221868" y="3823195"/>
              <a:ext cx="3814012" cy="15000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309598" y="2762459"/>
            <a:ext cx="9072561" cy="28571"/>
            <a:chOff x="9309598" y="3146285"/>
            <a:chExt cx="9072561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9598" y="3146285"/>
              <a:ext cx="9072561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-221908" y="6952264"/>
            <a:ext cx="4734114" cy="28571"/>
            <a:chOff x="-221908" y="6952264"/>
            <a:chExt cx="4734114" cy="2857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0800000">
              <a:off x="-221908" y="6952264"/>
              <a:ext cx="4734114" cy="2857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45045" y="1875641"/>
            <a:ext cx="613247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000" b="1" kern="0" spc="-3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회원</a:t>
            </a:r>
            <a:r>
              <a:rPr lang="en-US" sz="4000" b="1" kern="0" spc="-30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</a:t>
            </a:r>
            <a:endParaRPr lang="en-US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4248" y="1859514"/>
            <a:ext cx="3345433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rgbClr val="FFFF00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회원관리</a:t>
            </a:r>
            <a:endParaRPr lang="en-US" altLang="ko-KR" sz="2000" kern="0" spc="-100" dirty="0">
              <a:solidFill>
                <a:srgbClr val="FFFF00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2000" kern="0" spc="-100" dirty="0" err="1">
                <a:solidFill>
                  <a:srgbClr val="FFFF00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마이페이지</a:t>
            </a:r>
            <a:endParaRPr lang="ko-KR" altLang="en-US" sz="2000" kern="0" spc="-100" dirty="0">
              <a:solidFill>
                <a:srgbClr val="FFFF00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상품관리</a:t>
            </a:r>
          </a:p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장바구니</a:t>
            </a:r>
          </a:p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구매관리</a:t>
            </a:r>
          </a:p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고객센터관리</a:t>
            </a:r>
          </a:p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관리자</a:t>
            </a:r>
          </a:p>
        </p:txBody>
      </p:sp>
      <p:grpSp>
        <p:nvGrpSpPr>
          <p:cNvPr id="1007" name="그룹 1007"/>
          <p:cNvGrpSpPr/>
          <p:nvPr/>
        </p:nvGrpSpPr>
        <p:grpSpPr>
          <a:xfrm>
            <a:off x="1006684" y="614303"/>
            <a:ext cx="1138465" cy="720791"/>
            <a:chOff x="1006684" y="614303"/>
            <a:chExt cx="1138465" cy="72079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6684" y="614303"/>
              <a:ext cx="1138465" cy="720791"/>
            </a:xfrm>
            <a:prstGeom prst="rect">
              <a:avLst/>
            </a:prstGeom>
          </p:spPr>
        </p:pic>
      </p:grpSp>
      <p:grpSp>
        <p:nvGrpSpPr>
          <p:cNvPr id="19" name="그룹 1001"/>
          <p:cNvGrpSpPr/>
          <p:nvPr/>
        </p:nvGrpSpPr>
        <p:grpSpPr>
          <a:xfrm>
            <a:off x="4478873" y="5970167"/>
            <a:ext cx="4864809" cy="1218491"/>
            <a:chOff x="4478873" y="2003581"/>
            <a:chExt cx="4864809" cy="1218491"/>
          </a:xfrm>
        </p:grpSpPr>
        <p:pic>
          <p:nvPicPr>
            <p:cNvPr id="2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8873" y="2003581"/>
              <a:ext cx="4864809" cy="1218491"/>
            </a:xfrm>
            <a:prstGeom prst="rect">
              <a:avLst/>
            </a:prstGeom>
          </p:spPr>
        </p:pic>
      </p:grpSp>
      <p:grpSp>
        <p:nvGrpSpPr>
          <p:cNvPr id="25" name="그룹 1005"/>
          <p:cNvGrpSpPr/>
          <p:nvPr/>
        </p:nvGrpSpPr>
        <p:grpSpPr>
          <a:xfrm>
            <a:off x="9309598" y="7112871"/>
            <a:ext cx="9072561" cy="28571"/>
            <a:chOff x="9309598" y="3146285"/>
            <a:chExt cx="9072561" cy="28571"/>
          </a:xfrm>
        </p:grpSpPr>
        <p:pic>
          <p:nvPicPr>
            <p:cNvPr id="26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9598" y="3146285"/>
              <a:ext cx="9072561" cy="28571"/>
            </a:xfrm>
            <a:prstGeom prst="rect">
              <a:avLst/>
            </a:prstGeom>
          </p:spPr>
        </p:pic>
      </p:grpSp>
      <p:sp>
        <p:nvSpPr>
          <p:cNvPr id="27" name="Object 20"/>
          <p:cNvSpPr txBox="1"/>
          <p:nvPr/>
        </p:nvSpPr>
        <p:spPr>
          <a:xfrm>
            <a:off x="3845045" y="6226053"/>
            <a:ext cx="613247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000" b="1" kern="0" spc="-30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마이페이지</a:t>
            </a:r>
            <a:endParaRPr lang="en-US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E4C4491E-7396-4104-A55C-31168A961574}"/>
              </a:ext>
            </a:extLst>
          </p:cNvPr>
          <p:cNvSpPr txBox="1"/>
          <p:nvPr/>
        </p:nvSpPr>
        <p:spPr>
          <a:xfrm>
            <a:off x="4430117" y="3086100"/>
            <a:ext cx="9628739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고객인 회원만 상품을 구매할 수 있다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마켓컬리에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회원으로 가입하려면 </a:t>
            </a:r>
            <a:r>
              <a:rPr lang="ko-KR" altLang="en-US" sz="2400" u="sng" dirty="0" err="1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회원아이디</a:t>
            </a:r>
            <a:r>
              <a:rPr lang="en-US" altLang="ko-KR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비밀번호</a:t>
            </a:r>
            <a:r>
              <a:rPr lang="en-US" altLang="ko-KR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회원이름</a:t>
            </a:r>
            <a:r>
              <a:rPr lang="en-US" altLang="ko-KR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  <a:r>
              <a:rPr lang="en-US" altLang="ko-KR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휴대폰번호</a:t>
            </a:r>
            <a:r>
              <a:rPr lang="en-US" altLang="ko-KR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주소</a:t>
            </a:r>
            <a:r>
              <a:rPr lang="en-US" altLang="ko-KR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성별</a:t>
            </a:r>
            <a:r>
              <a:rPr lang="en-US" altLang="ko-KR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생년월일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입력해야 하며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 err="1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회원아이디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식별한다</a:t>
            </a:r>
            <a:endParaRPr 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A06290AF-5658-47AF-9409-95F29B8751EC}"/>
              </a:ext>
            </a:extLst>
          </p:cNvPr>
          <p:cNvSpPr txBox="1"/>
          <p:nvPr/>
        </p:nvSpPr>
        <p:spPr>
          <a:xfrm>
            <a:off x="4430116" y="7484375"/>
            <a:ext cx="9628739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마이페이지는 회원의 모든 정보를 확인할 수 있다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u="sng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주문내역</a:t>
            </a:r>
            <a:r>
              <a:rPr lang="en-US" altLang="ko-KR" sz="2400" u="sng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쿠폰</a:t>
            </a:r>
            <a:r>
              <a:rPr lang="en-US" altLang="ko-KR" sz="2400" u="sng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 수정</a:t>
            </a:r>
            <a:r>
              <a:rPr lang="en-US" altLang="ko-KR" sz="2400" u="sng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로그아웃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 구분한다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844653" y="1520145"/>
            <a:ext cx="12201346" cy="8183300"/>
            <a:chOff x="4844653" y="1520145"/>
            <a:chExt cx="12201346" cy="81833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4653" y="1520145"/>
              <a:ext cx="12201346" cy="818330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16303" y="4128761"/>
            <a:ext cx="3202881" cy="150000"/>
            <a:chOff x="-916303" y="4128761"/>
            <a:chExt cx="3202881" cy="15000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5400000">
              <a:off x="-916303" y="4128761"/>
              <a:ext cx="3202881" cy="15000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60129" y="2619348"/>
            <a:ext cx="11963886" cy="28571"/>
            <a:chOff x="4960129" y="2619348"/>
            <a:chExt cx="11963886" cy="2857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0129" y="2619348"/>
              <a:ext cx="11963886" cy="2857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7062616" y="3859786"/>
            <a:ext cx="446833" cy="736669"/>
            <a:chOff x="17062616" y="3859786"/>
            <a:chExt cx="446833" cy="73666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080000">
              <a:off x="17062616" y="3859786"/>
              <a:ext cx="446833" cy="73666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659743" y="1805861"/>
            <a:ext cx="8409258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000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상품관리</a:t>
            </a:r>
            <a:endParaRPr 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34248" y="1859514"/>
            <a:ext cx="3345433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회원</a:t>
            </a:r>
            <a:r>
              <a:rPr 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마이페이지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chemeClr val="accent6">
                    <a:lumMod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상품관리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장바구니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구매관리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고객센터관리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관리자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4B71F0E7-1908-495D-A596-D2713B5B8E5C}"/>
              </a:ext>
            </a:extLst>
          </p:cNvPr>
          <p:cNvSpPr txBox="1"/>
          <p:nvPr/>
        </p:nvSpPr>
        <p:spPr>
          <a:xfrm>
            <a:off x="5321616" y="2853156"/>
            <a:ext cx="11240912" cy="67403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상품의 </a:t>
            </a: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대분류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채소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과일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견과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쌀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건어물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정육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가공육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달걀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반찬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메인요리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가지로 구분한다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 startAt="2"/>
            </a:pP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대분류는 채소 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1 /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과일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견과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쌀  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2 /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건어물 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3 /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정육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가공육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달걀 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4 /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반찬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메인요리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5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대분류 코드의 정보를 가진다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 startAt="2"/>
            </a:pPr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대분류 정보는 대분류코드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대분류 이름으로 입력하고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대분류코드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식별한다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상품의 </a:t>
            </a: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소분류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로는 아래와 같이 대분류코드에 따라 분류한다</a:t>
            </a: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1.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친환경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고구마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감자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당근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시금치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쌈채소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나물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2.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친환경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제철과일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국산과일</a:t>
            </a: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3.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제철수산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생선류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굴비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반건류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4.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국내산 소고기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수입산 소고기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국내산 돼지고기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5.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탕 찌개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밑반찬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김치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젓갈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장류</a:t>
            </a:r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소분류 정보는 소분류코드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소분류 이름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대분류 코드로 입력하고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소분류코드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식별한다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상품정보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ko-KR" altLang="en-US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상품코드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상품이름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상품이미지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상품가격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상품설명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할인률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소분류코드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 </a:t>
            </a:r>
            <a:r>
              <a:rPr lang="ko-KR" altLang="en-US" sz="2400" u="sng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정보를 가지며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 코드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식별한다</a:t>
            </a:r>
            <a:endParaRPr 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32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478873" y="1413132"/>
            <a:ext cx="4864809" cy="1218491"/>
            <a:chOff x="4478873" y="1630945"/>
            <a:chExt cx="4864809" cy="1218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8873" y="1630945"/>
              <a:ext cx="4864809" cy="1218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608300" y="2115271"/>
            <a:ext cx="516186" cy="777986"/>
            <a:chOff x="9608300" y="1470523"/>
            <a:chExt cx="516186" cy="7779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140000">
              <a:off x="9608300" y="1470523"/>
              <a:ext cx="516186" cy="7779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-1221868" y="3823195"/>
            <a:ext cx="3814012" cy="150000"/>
            <a:chOff x="-1221868" y="3823195"/>
            <a:chExt cx="3814012" cy="15000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5400000">
              <a:off x="-1221868" y="3823195"/>
              <a:ext cx="3814012" cy="15000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309598" y="2003330"/>
            <a:ext cx="9072561" cy="28571"/>
            <a:chOff x="9309598" y="2221143"/>
            <a:chExt cx="9072561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09598" y="2221143"/>
              <a:ext cx="9072561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-221908" y="6952264"/>
            <a:ext cx="4301082" cy="28571"/>
            <a:chOff x="-221908" y="6952264"/>
            <a:chExt cx="4301082" cy="2857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10800000">
              <a:off x="-221908" y="6952264"/>
              <a:ext cx="4301082" cy="2857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45045" y="1669018"/>
            <a:ext cx="613247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000" kern="0" spc="-30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장바구니</a:t>
            </a:r>
            <a:r>
              <a:rPr lang="en-US" sz="4000" kern="0" spc="-3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 </a:t>
            </a:r>
            <a:endParaRPr 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4248" y="1859514"/>
            <a:ext cx="3345433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회원</a:t>
            </a:r>
            <a:r>
              <a:rPr lang="en-US" sz="2000" kern="0" spc="-10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</a:t>
            </a:r>
            <a:endParaRPr lang="en-US" sz="2000" kern="0" spc="-100" dirty="0">
              <a:solidFill>
                <a:srgbClr val="FFFFF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2000" kern="0" spc="-10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마이페이지</a:t>
            </a:r>
            <a:endParaRPr lang="en-US" sz="2000" kern="0" spc="-100" dirty="0">
              <a:solidFill>
                <a:srgbClr val="FFFFF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상품관리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FFCD4A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장바구니</a:t>
            </a:r>
            <a:endParaRPr lang="en-US" sz="2000" kern="0" spc="-100" dirty="0">
              <a:solidFill>
                <a:srgbClr val="FFCD4A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회원등급관리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고객센터관리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관리자</a:t>
            </a:r>
            <a:endParaRPr lang="en-US" sz="2000" kern="0" spc="-100" dirty="0">
              <a:solidFill>
                <a:srgbClr val="FFFFF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</p:txBody>
      </p:sp>
      <p:grpSp>
        <p:nvGrpSpPr>
          <p:cNvPr id="1007" name="그룹 1007"/>
          <p:cNvGrpSpPr/>
          <p:nvPr/>
        </p:nvGrpSpPr>
        <p:grpSpPr>
          <a:xfrm>
            <a:off x="1006684" y="614303"/>
            <a:ext cx="1138465" cy="720791"/>
            <a:chOff x="1006684" y="614303"/>
            <a:chExt cx="1138465" cy="72079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6684" y="614303"/>
              <a:ext cx="1138465" cy="720791"/>
            </a:xfrm>
            <a:prstGeom prst="rect">
              <a:avLst/>
            </a:prstGeom>
          </p:spPr>
        </p:pic>
      </p:grpSp>
      <p:sp>
        <p:nvSpPr>
          <p:cNvPr id="19" name="Object 20">
            <a:extLst>
              <a:ext uri="{FF2B5EF4-FFF2-40B4-BE49-F238E27FC236}">
                <a16:creationId xmlns:a16="http://schemas.microsoft.com/office/drawing/2014/main" id="{7748D96E-ADFD-4718-8FB5-0978B6A7AA82}"/>
              </a:ext>
            </a:extLst>
          </p:cNvPr>
          <p:cNvSpPr txBox="1"/>
          <p:nvPr/>
        </p:nvSpPr>
        <p:spPr>
          <a:xfrm>
            <a:off x="4430117" y="3086100"/>
            <a:ext cx="9628739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장바구니는 회원만 원하는 모든 상품을 담을 수 있다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r>
              <a:rPr lang="ko-KR" altLang="en-US" sz="2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정보는 장바구니 코드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수량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상품코드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회원아이디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정보를 가지며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장바구니코드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식별한다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금액은 수량*상품가격을 이용해 구한다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이미 장바구니에 담긴 상품은 수량만 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씩 증가시킨다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장바구니를 통해 원하는 상품을 선택하고 구매할 수 있다</a:t>
            </a:r>
            <a:endParaRPr 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844653" y="1520145"/>
            <a:ext cx="12201346" cy="8183300"/>
            <a:chOff x="4844653" y="1520145"/>
            <a:chExt cx="12201346" cy="81833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4653" y="1520145"/>
              <a:ext cx="12201346" cy="818330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16303" y="4128761"/>
            <a:ext cx="3202881" cy="150000"/>
            <a:chOff x="-916303" y="4128761"/>
            <a:chExt cx="3202881" cy="15000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5400000">
              <a:off x="-916303" y="4128761"/>
              <a:ext cx="3202881" cy="15000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60129" y="2619348"/>
            <a:ext cx="11963886" cy="28571"/>
            <a:chOff x="4960129" y="2619348"/>
            <a:chExt cx="11963886" cy="2857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0129" y="2619348"/>
              <a:ext cx="11963886" cy="2857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7062616" y="3859786"/>
            <a:ext cx="446833" cy="736669"/>
            <a:chOff x="17062616" y="3859786"/>
            <a:chExt cx="446833" cy="73666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080000">
              <a:off x="17062616" y="3859786"/>
              <a:ext cx="446833" cy="73666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659743" y="1805857"/>
            <a:ext cx="8409258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000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구매 관리</a:t>
            </a:r>
            <a:endParaRPr 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034248" y="1859514"/>
            <a:ext cx="3345433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회원</a:t>
            </a:r>
            <a:r>
              <a:rPr 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</a:t>
            </a:r>
            <a:br>
              <a:rPr lang="en-US" sz="2000" kern="0" spc="-1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</a:br>
            <a:r>
              <a:rPr lang="ko-KR" alt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마이페이지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상품관리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장바구니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chemeClr val="accent6">
                    <a:lumMod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 </a:t>
            </a:r>
            <a:r>
              <a:rPr lang="ko-KR" altLang="en-US" sz="2000" kern="0" spc="-100" dirty="0">
                <a:solidFill>
                  <a:schemeClr val="accent6">
                    <a:lumMod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구매관리</a:t>
            </a:r>
            <a:endParaRPr lang="en-US" sz="2000" kern="0" spc="-100" dirty="0">
              <a:solidFill>
                <a:schemeClr val="accent6">
                  <a:lumMod val="75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고객센터관리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관리자</a:t>
            </a:r>
            <a:endParaRPr lang="en-US" sz="2000" kern="0" spc="-100" dirty="0">
              <a:solidFill>
                <a:srgbClr val="532472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2EC79FE9-F391-48A4-8685-08BB32256A3A}"/>
              </a:ext>
            </a:extLst>
          </p:cNvPr>
          <p:cNvSpPr txBox="1"/>
          <p:nvPr/>
        </p:nvSpPr>
        <p:spPr>
          <a:xfrm>
            <a:off x="5446888" y="2853156"/>
            <a:ext cx="11047869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구매는 반드시 회원만 가능하다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장바구니를 통해 구매한 상품의 정보는 구매로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구매한 상품의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주소는 배송지로 구분하여 저장한다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구매의 정보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구매코드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구매일자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구매수량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회원아이디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상품코드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가지며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구매코드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식별한다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정보는 반드시 구매한 상품의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정보만 저장한다</a:t>
            </a:r>
            <a:endParaRPr lang="en-US" altLang="ko-KR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endParaRPr lang="ko-KR" altLang="en-US" sz="2400" dirty="0">
              <a:solidFill>
                <a:srgbClr val="53247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배송지의 정보는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배송지코드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구매코드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받는사람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이름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받는사람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휴대폰번호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받는사람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주소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배송비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배송요청사항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회원아이디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 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정보를 가지며</a:t>
            </a:r>
            <a:r>
              <a:rPr lang="en-US" altLang="ko-KR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배송지코드</a:t>
            </a:r>
            <a:r>
              <a:rPr lang="ko-KR" altLang="en-US" sz="2400" dirty="0" err="1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ko-KR" altLang="en-US" sz="2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식별한다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32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478873" y="1508055"/>
            <a:ext cx="4864809" cy="1218491"/>
            <a:chOff x="4478873" y="1508055"/>
            <a:chExt cx="4864809" cy="1218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8873" y="1508055"/>
              <a:ext cx="4864809" cy="1218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608300" y="1470523"/>
            <a:ext cx="516186" cy="777986"/>
            <a:chOff x="9608300" y="1470523"/>
            <a:chExt cx="516186" cy="7779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140000">
              <a:off x="9608300" y="1470523"/>
              <a:ext cx="516186" cy="7779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10138" y="1991189"/>
            <a:ext cx="150000" cy="3814012"/>
            <a:chOff x="610138" y="1991189"/>
            <a:chExt cx="150000" cy="381401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16200000">
              <a:off x="-1221868" y="3823195"/>
              <a:ext cx="3814012" cy="15000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309589" y="7155161"/>
            <a:ext cx="8958551" cy="28571"/>
            <a:chOff x="9309589" y="5831722"/>
            <a:chExt cx="8958551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9589" y="5831722"/>
              <a:ext cx="8958551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-221908" y="7163631"/>
            <a:ext cx="4734114" cy="28571"/>
            <a:chOff x="-221908" y="6952264"/>
            <a:chExt cx="4734114" cy="2857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0800000">
              <a:off x="-221908" y="6952264"/>
              <a:ext cx="4734114" cy="2857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45045" y="1763941"/>
            <a:ext cx="613247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000" kern="0" spc="-3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고객센터 관리</a:t>
            </a:r>
            <a:endParaRPr 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4248" y="1859514"/>
            <a:ext cx="3345433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rgbClr val="F9F9F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회원</a:t>
            </a:r>
            <a:r>
              <a:rPr lang="en-US" sz="2000" kern="0" spc="-100" dirty="0" err="1">
                <a:solidFill>
                  <a:srgbClr val="F9F9F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</a:t>
            </a:r>
            <a:endParaRPr lang="en-US" sz="2000" kern="0" spc="-100" dirty="0">
              <a:solidFill>
                <a:srgbClr val="F9F9F9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2000" kern="0" spc="-100" dirty="0" err="1">
                <a:solidFill>
                  <a:srgbClr val="F9F9F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마이페이지</a:t>
            </a:r>
            <a:endParaRPr lang="en-US" sz="2000" kern="0" spc="-100" dirty="0">
              <a:solidFill>
                <a:srgbClr val="F9F9F9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F9F9F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상품관리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F9F9F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장바구니</a:t>
            </a:r>
            <a:endParaRPr lang="en-US" sz="2000" kern="0" spc="-100" dirty="0">
              <a:solidFill>
                <a:srgbClr val="F9F9F9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2000" kern="0" spc="-100" dirty="0">
                <a:solidFill>
                  <a:srgbClr val="F9F9F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구매관리</a:t>
            </a:r>
            <a:endParaRPr lang="en-US" sz="2000" kern="0" spc="-100" dirty="0">
              <a:solidFill>
                <a:srgbClr val="F9F9F9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kern="0" spc="-100" dirty="0">
                <a:solidFill>
                  <a:srgbClr val="FFCD4A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고객센터관리</a:t>
            </a:r>
          </a:p>
          <a:p>
            <a:pPr>
              <a:lnSpc>
                <a:spcPct val="200000"/>
              </a:lnSpc>
            </a:pPr>
            <a:r>
              <a:rPr lang="en-US" sz="2000" kern="0" spc="-100" dirty="0" err="1">
                <a:solidFill>
                  <a:srgbClr val="FFCD4A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관리자</a:t>
            </a:r>
            <a:endParaRPr lang="en-US" sz="2000" kern="0" spc="-100" dirty="0">
              <a:solidFill>
                <a:srgbClr val="FFCD4A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Pretendard" pitchFamily="34" charset="0"/>
            </a:endParaRPr>
          </a:p>
        </p:txBody>
      </p:sp>
      <p:grpSp>
        <p:nvGrpSpPr>
          <p:cNvPr id="1007" name="그룹 1007"/>
          <p:cNvGrpSpPr/>
          <p:nvPr/>
        </p:nvGrpSpPr>
        <p:grpSpPr>
          <a:xfrm>
            <a:off x="1006684" y="614303"/>
            <a:ext cx="1138465" cy="720791"/>
            <a:chOff x="1006684" y="614303"/>
            <a:chExt cx="1138465" cy="72079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6684" y="614303"/>
              <a:ext cx="1138465" cy="72079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461291" y="6010439"/>
            <a:ext cx="4864809" cy="1218491"/>
            <a:chOff x="4461291" y="5243223"/>
            <a:chExt cx="4864809" cy="1218491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1291" y="5243223"/>
              <a:ext cx="4864809" cy="121849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827464" y="6266330"/>
            <a:ext cx="613247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000" kern="0" spc="-3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관리자</a:t>
            </a:r>
            <a:endParaRPr 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7BEE8FE9-F418-4A41-B76A-5E2C344736B3}"/>
              </a:ext>
            </a:extLst>
          </p:cNvPr>
          <p:cNvSpPr txBox="1"/>
          <p:nvPr/>
        </p:nvSpPr>
        <p:spPr>
          <a:xfrm>
            <a:off x="4430117" y="3086100"/>
            <a:ext cx="9628739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고객센터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공지사항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자주하는 질문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1:1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문의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대량주문 문의로 구분한다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14350" indent="-514350">
              <a:buAutoNum type="arabicPeriod"/>
            </a:pP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고객센터는 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1:1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문의만 작성한다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en-US" altLang="ko-KR" sz="2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1:1</a:t>
            </a:r>
            <a:r>
              <a:rPr lang="ko-KR" altLang="en-US" sz="2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문의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정보는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게시글번호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글제목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글내용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작성자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작성일자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회원아이디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(FK, 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외래키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정보를 가지며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게시글 번호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식별한다</a:t>
            </a: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2221F4CC-53FF-4ABB-8D39-4C28FAF252D5}"/>
              </a:ext>
            </a:extLst>
          </p:cNvPr>
          <p:cNvSpPr txBox="1"/>
          <p:nvPr/>
        </p:nvSpPr>
        <p:spPr>
          <a:xfrm>
            <a:off x="4461291" y="7552355"/>
            <a:ext cx="9628739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관리자는 모든 권한을 가진다</a:t>
            </a:r>
            <a:endParaRPr lang="en-US" altLang="ko-KR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관리자는 회원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2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구객센터의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모든 정보를 수정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삽입</a:t>
            </a:r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검색 할 수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77340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000" b="1" kern="0" spc="-300" dirty="0" err="1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개념모델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grpSp>
        <p:nvGrpSpPr>
          <p:cNvPr id="980" name="그룹 979">
            <a:extLst>
              <a:ext uri="{FF2B5EF4-FFF2-40B4-BE49-F238E27FC236}">
                <a16:creationId xmlns:a16="http://schemas.microsoft.com/office/drawing/2014/main" id="{6B31AD07-5E4C-477B-8EAC-24FA5503536C}"/>
              </a:ext>
            </a:extLst>
          </p:cNvPr>
          <p:cNvGrpSpPr/>
          <p:nvPr/>
        </p:nvGrpSpPr>
        <p:grpSpPr>
          <a:xfrm>
            <a:off x="5715000" y="3047105"/>
            <a:ext cx="4612837" cy="2797656"/>
            <a:chOff x="609600" y="1766377"/>
            <a:chExt cx="5319155" cy="357851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4F89CEB-0B10-45D3-ADEC-5133F6249EA8}"/>
                </a:ext>
              </a:extLst>
            </p:cNvPr>
            <p:cNvSpPr/>
            <p:nvPr/>
          </p:nvSpPr>
          <p:spPr>
            <a:xfrm>
              <a:off x="2582663" y="4640486"/>
              <a:ext cx="1373028" cy="704401"/>
            </a:xfrm>
            <a:prstGeom prst="rect">
              <a:avLst/>
            </a:prstGeom>
            <a:solidFill>
              <a:srgbClr val="532472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3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</a:t>
              </a: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0CA79BC-C26B-4F4A-B1F5-F5B61A407118}"/>
                </a:ext>
              </a:extLst>
            </p:cNvPr>
            <p:cNvSpPr/>
            <p:nvPr/>
          </p:nvSpPr>
          <p:spPr>
            <a:xfrm>
              <a:off x="1045981" y="4134440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</a:t>
              </a:r>
              <a:endParaRPr lang="en-US" altLang="ko-KR" sz="1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</a:t>
              </a: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B40D246-90D3-4577-8101-F3B06597426F}"/>
                </a:ext>
              </a:extLst>
            </p:cNvPr>
            <p:cNvSpPr/>
            <p:nvPr/>
          </p:nvSpPr>
          <p:spPr>
            <a:xfrm>
              <a:off x="1045981" y="2555732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주소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894DB02-ED5F-41ED-90D9-140AA9CC1E12}"/>
                </a:ext>
              </a:extLst>
            </p:cNvPr>
            <p:cNvSpPr/>
            <p:nvPr/>
          </p:nvSpPr>
          <p:spPr>
            <a:xfrm>
              <a:off x="609600" y="3345086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성별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D6CC59-4852-4D6C-9A07-C96FDC340453}"/>
                </a:ext>
              </a:extLst>
            </p:cNvPr>
            <p:cNvSpPr/>
            <p:nvPr/>
          </p:nvSpPr>
          <p:spPr>
            <a:xfrm>
              <a:off x="1825033" y="1766377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생년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월일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F1AE64D-2E04-4BD7-8F7A-114DA49FBB43}"/>
                </a:ext>
              </a:extLst>
            </p:cNvPr>
            <p:cNvSpPr/>
            <p:nvPr/>
          </p:nvSpPr>
          <p:spPr>
            <a:xfrm>
              <a:off x="3327042" y="1766377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번호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5A7F309-F4F2-4006-BBE0-4A2C4B57E8F1}"/>
                </a:ext>
              </a:extLst>
            </p:cNvPr>
            <p:cNvSpPr/>
            <p:nvPr/>
          </p:nvSpPr>
          <p:spPr>
            <a:xfrm>
              <a:off x="4555727" y="3345087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C8AEE52-42AE-4FF6-BDA7-C01DC1AEEC26}"/>
                </a:ext>
              </a:extLst>
            </p:cNvPr>
            <p:cNvSpPr/>
            <p:nvPr/>
          </p:nvSpPr>
          <p:spPr>
            <a:xfrm>
              <a:off x="4106094" y="2555732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</a:t>
              </a: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9E54810-4811-477A-98C6-2615F5F3E5ED}"/>
                </a:ext>
              </a:extLst>
            </p:cNvPr>
            <p:cNvSpPr/>
            <p:nvPr/>
          </p:nvSpPr>
          <p:spPr>
            <a:xfrm>
              <a:off x="4119346" y="4134440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휴대폰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번호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2385B3F-4F4D-483A-8182-1CF7A15EB00A}"/>
                </a:ext>
              </a:extLst>
            </p:cNvPr>
            <p:cNvCxnSpPr>
              <a:stCxn id="2" idx="0"/>
              <a:endCxn id="13" idx="4"/>
            </p:cNvCxnSpPr>
            <p:nvPr/>
          </p:nvCxnSpPr>
          <p:spPr>
            <a:xfrm flipV="1">
              <a:off x="3269177" y="2470778"/>
              <a:ext cx="744379" cy="2169708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DEB792D0-D6E3-4C74-9CA7-90A995F6EC84}"/>
                </a:ext>
              </a:extLst>
            </p:cNvPr>
            <p:cNvCxnSpPr>
              <a:stCxn id="2" idx="0"/>
              <a:endCxn id="15" idx="3"/>
            </p:cNvCxnSpPr>
            <p:nvPr/>
          </p:nvCxnSpPr>
          <p:spPr>
            <a:xfrm flipV="1">
              <a:off x="3269177" y="3156976"/>
              <a:ext cx="1037992" cy="1483510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547BD21-C655-447B-9406-6ADE6C14BD4B}"/>
                </a:ext>
              </a:extLst>
            </p:cNvPr>
            <p:cNvCxnSpPr>
              <a:stCxn id="2" idx="0"/>
              <a:endCxn id="14" idx="2"/>
            </p:cNvCxnSpPr>
            <p:nvPr/>
          </p:nvCxnSpPr>
          <p:spPr>
            <a:xfrm flipV="1">
              <a:off x="3269177" y="3697288"/>
              <a:ext cx="1286550" cy="943198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4E81DDA4-44A4-41F3-8182-06F34FB4418A}"/>
                </a:ext>
              </a:extLst>
            </p:cNvPr>
            <p:cNvCxnSpPr>
              <a:stCxn id="2" idx="0"/>
              <a:endCxn id="16" idx="1"/>
            </p:cNvCxnSpPr>
            <p:nvPr/>
          </p:nvCxnSpPr>
          <p:spPr>
            <a:xfrm flipV="1">
              <a:off x="3269177" y="4237597"/>
              <a:ext cx="1051244" cy="402889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F5AAB03-4C64-4970-BB0F-94CDCE6051A7}"/>
                </a:ext>
              </a:extLst>
            </p:cNvPr>
            <p:cNvCxnSpPr>
              <a:stCxn id="10" idx="4"/>
              <a:endCxn id="2" idx="0"/>
            </p:cNvCxnSpPr>
            <p:nvPr/>
          </p:nvCxnSpPr>
          <p:spPr>
            <a:xfrm>
              <a:off x="2511547" y="2470778"/>
              <a:ext cx="757630" cy="2169708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97B0597D-AD32-48D5-93F1-8B4EEBF4B772}"/>
                </a:ext>
              </a:extLst>
            </p:cNvPr>
            <p:cNvCxnSpPr>
              <a:stCxn id="11" idx="5"/>
              <a:endCxn id="2" idx="0"/>
            </p:cNvCxnSpPr>
            <p:nvPr/>
          </p:nvCxnSpPr>
          <p:spPr>
            <a:xfrm>
              <a:off x="2217934" y="3156976"/>
              <a:ext cx="1051243" cy="1483510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DC7A1427-2603-426F-9917-7B8BBE2C39ED}"/>
                </a:ext>
              </a:extLst>
            </p:cNvPr>
            <p:cNvCxnSpPr>
              <a:stCxn id="12" idx="6"/>
              <a:endCxn id="2" idx="0"/>
            </p:cNvCxnSpPr>
            <p:nvPr/>
          </p:nvCxnSpPr>
          <p:spPr>
            <a:xfrm>
              <a:off x="1982628" y="3697287"/>
              <a:ext cx="1286549" cy="943199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3A4F148-5886-4E81-A811-04410DBD11ED}"/>
                </a:ext>
              </a:extLst>
            </p:cNvPr>
            <p:cNvCxnSpPr>
              <a:stCxn id="3" idx="7"/>
              <a:endCxn id="2" idx="0"/>
            </p:cNvCxnSpPr>
            <p:nvPr/>
          </p:nvCxnSpPr>
          <p:spPr>
            <a:xfrm>
              <a:off x="2217934" y="4237597"/>
              <a:ext cx="1051243" cy="402889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1" name="그룹 980">
            <a:extLst>
              <a:ext uri="{FF2B5EF4-FFF2-40B4-BE49-F238E27FC236}">
                <a16:creationId xmlns:a16="http://schemas.microsoft.com/office/drawing/2014/main" id="{EF97BCD7-80A7-4DE3-B845-EC871CAF18C1}"/>
              </a:ext>
            </a:extLst>
          </p:cNvPr>
          <p:cNvGrpSpPr/>
          <p:nvPr/>
        </p:nvGrpSpPr>
        <p:grpSpPr>
          <a:xfrm>
            <a:off x="10675753" y="7829013"/>
            <a:ext cx="2843984" cy="1547106"/>
            <a:chOff x="7313772" y="1674733"/>
            <a:chExt cx="3279456" cy="1978919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83053824-2F3A-4A4D-AAE9-84AC47CF8199}"/>
                </a:ext>
              </a:extLst>
            </p:cNvPr>
            <p:cNvSpPr/>
            <p:nvPr/>
          </p:nvSpPr>
          <p:spPr>
            <a:xfrm>
              <a:off x="8297663" y="1674733"/>
              <a:ext cx="1373029" cy="704401"/>
            </a:xfrm>
            <a:prstGeom prst="rect">
              <a:avLst/>
            </a:prstGeom>
            <a:solidFill>
              <a:srgbClr val="532472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3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대분류</a:t>
              </a: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9604F353-1391-4FE4-927C-7BA094EEBC5F}"/>
                </a:ext>
              </a:extLst>
            </p:cNvPr>
            <p:cNvSpPr/>
            <p:nvPr/>
          </p:nvSpPr>
          <p:spPr>
            <a:xfrm>
              <a:off x="7313772" y="2949251"/>
              <a:ext cx="1373029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대분류</a:t>
              </a:r>
              <a:endParaRPr lang="en-US" altLang="ko-KR" sz="1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DCA3D50F-5C9E-4975-A26A-E4884C319ED3}"/>
                </a:ext>
              </a:extLst>
            </p:cNvPr>
            <p:cNvSpPr/>
            <p:nvPr/>
          </p:nvSpPr>
          <p:spPr>
            <a:xfrm>
              <a:off x="9220199" y="2949251"/>
              <a:ext cx="1373029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대분류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B56A3BD3-DA9E-4444-8B28-78407CACC573}"/>
                </a:ext>
              </a:extLst>
            </p:cNvPr>
            <p:cNvCxnSpPr>
              <a:cxnSpLocks/>
              <a:stCxn id="65" idx="2"/>
              <a:endCxn id="72" idx="0"/>
            </p:cNvCxnSpPr>
            <p:nvPr/>
          </p:nvCxnSpPr>
          <p:spPr>
            <a:xfrm>
              <a:off x="8984178" y="2379134"/>
              <a:ext cx="922537" cy="570117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B890610-FD60-4C9E-85FC-CCD192810EE3}"/>
                </a:ext>
              </a:extLst>
            </p:cNvPr>
            <p:cNvCxnSpPr>
              <a:cxnSpLocks/>
              <a:stCxn id="67" idx="0"/>
              <a:endCxn id="65" idx="2"/>
            </p:cNvCxnSpPr>
            <p:nvPr/>
          </p:nvCxnSpPr>
          <p:spPr>
            <a:xfrm flipV="1">
              <a:off x="8000287" y="2379134"/>
              <a:ext cx="983891" cy="570117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3" name="그룹 982">
            <a:extLst>
              <a:ext uri="{FF2B5EF4-FFF2-40B4-BE49-F238E27FC236}">
                <a16:creationId xmlns:a16="http://schemas.microsoft.com/office/drawing/2014/main" id="{D4E63A49-5229-4F92-8606-A2E7D58089C5}"/>
              </a:ext>
            </a:extLst>
          </p:cNvPr>
          <p:cNvGrpSpPr/>
          <p:nvPr/>
        </p:nvGrpSpPr>
        <p:grpSpPr>
          <a:xfrm>
            <a:off x="13765099" y="3128672"/>
            <a:ext cx="4405327" cy="2694002"/>
            <a:chOff x="705191" y="6047407"/>
            <a:chExt cx="5079870" cy="3445925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7F1F2B08-8BE7-453D-B234-1BEA19A5B6BF}"/>
                </a:ext>
              </a:extLst>
            </p:cNvPr>
            <p:cNvSpPr/>
            <p:nvPr/>
          </p:nvSpPr>
          <p:spPr>
            <a:xfrm>
              <a:off x="2582663" y="8788930"/>
              <a:ext cx="1373028" cy="704402"/>
            </a:xfrm>
            <a:prstGeom prst="rect">
              <a:avLst/>
            </a:prstGeom>
            <a:solidFill>
              <a:srgbClr val="532472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3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345F662-4126-4CAE-9C7F-61E9BF066CBE}"/>
                </a:ext>
              </a:extLst>
            </p:cNvPr>
            <p:cNvSpPr/>
            <p:nvPr/>
          </p:nvSpPr>
          <p:spPr>
            <a:xfrm>
              <a:off x="1141572" y="8093808"/>
              <a:ext cx="1373028" cy="7044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이미지</a:t>
              </a:r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E148D775-A307-46DA-AE31-6D09E6E822E6}"/>
                </a:ext>
              </a:extLst>
            </p:cNvPr>
            <p:cNvSpPr/>
            <p:nvPr/>
          </p:nvSpPr>
          <p:spPr>
            <a:xfrm>
              <a:off x="1141572" y="6515100"/>
              <a:ext cx="1373028" cy="7044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  <a:endParaRPr lang="en-US" altLang="ko-KR" sz="1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27531758-F5C0-497D-9AA9-D538BAE10581}"/>
                </a:ext>
              </a:extLst>
            </p:cNvPr>
            <p:cNvSpPr/>
            <p:nvPr/>
          </p:nvSpPr>
          <p:spPr>
            <a:xfrm>
              <a:off x="705191" y="7304454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</a:t>
              </a: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CB481470-4D2A-4A6A-8175-7E89E8AD8A94}"/>
                </a:ext>
              </a:extLst>
            </p:cNvPr>
            <p:cNvSpPr/>
            <p:nvPr/>
          </p:nvSpPr>
          <p:spPr>
            <a:xfrm>
              <a:off x="2576722" y="6047407"/>
              <a:ext cx="1373028" cy="70439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가격</a:t>
              </a:r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778D6DE2-B1A0-44FC-AB34-100A5FBFE06B}"/>
                </a:ext>
              </a:extLst>
            </p:cNvPr>
            <p:cNvSpPr/>
            <p:nvPr/>
          </p:nvSpPr>
          <p:spPr>
            <a:xfrm>
              <a:off x="4412033" y="7304455"/>
              <a:ext cx="1373028" cy="70440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소분류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8FBBA727-133F-4BE0-BB1F-7855F23E8E3D}"/>
                </a:ext>
              </a:extLst>
            </p:cNvPr>
            <p:cNvSpPr/>
            <p:nvPr/>
          </p:nvSpPr>
          <p:spPr>
            <a:xfrm>
              <a:off x="3962400" y="6515100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설명</a:t>
              </a:r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BBB89546-FA3B-44E6-BE75-80A350F2EBC4}"/>
                </a:ext>
              </a:extLst>
            </p:cNvPr>
            <p:cNvSpPr/>
            <p:nvPr/>
          </p:nvSpPr>
          <p:spPr>
            <a:xfrm>
              <a:off x="3975652" y="8093808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할인율</a:t>
              </a: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343882BC-5B34-44C9-977A-5ED08D07EB58}"/>
                </a:ext>
              </a:extLst>
            </p:cNvPr>
            <p:cNvCxnSpPr>
              <a:cxnSpLocks/>
              <a:stCxn id="101" idx="0"/>
              <a:endCxn id="108" idx="2"/>
            </p:cNvCxnSpPr>
            <p:nvPr/>
          </p:nvCxnSpPr>
          <p:spPr>
            <a:xfrm flipV="1">
              <a:off x="3269177" y="6867300"/>
              <a:ext cx="693223" cy="1921630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2675B2D4-468E-481B-8BD4-3DEEF3CEC6C1}"/>
                </a:ext>
              </a:extLst>
            </p:cNvPr>
            <p:cNvCxnSpPr>
              <a:cxnSpLocks/>
              <a:stCxn id="101" idx="0"/>
              <a:endCxn id="107" idx="2"/>
            </p:cNvCxnSpPr>
            <p:nvPr/>
          </p:nvCxnSpPr>
          <p:spPr>
            <a:xfrm flipV="1">
              <a:off x="3269177" y="7656655"/>
              <a:ext cx="1142856" cy="1132275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BFFBC498-01E4-42D1-97CA-FA7B2087459D}"/>
                </a:ext>
              </a:extLst>
            </p:cNvPr>
            <p:cNvCxnSpPr>
              <a:cxnSpLocks/>
              <a:stCxn id="101" idx="0"/>
              <a:endCxn id="109" idx="2"/>
            </p:cNvCxnSpPr>
            <p:nvPr/>
          </p:nvCxnSpPr>
          <p:spPr>
            <a:xfrm flipV="1">
              <a:off x="3269177" y="8446008"/>
              <a:ext cx="706475" cy="342922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80D795E1-B0A0-46BF-AABA-4133C01570B0}"/>
                </a:ext>
              </a:extLst>
            </p:cNvPr>
            <p:cNvCxnSpPr>
              <a:cxnSpLocks/>
              <a:stCxn id="105" idx="4"/>
              <a:endCxn id="101" idx="2"/>
            </p:cNvCxnSpPr>
            <p:nvPr/>
          </p:nvCxnSpPr>
          <p:spPr>
            <a:xfrm>
              <a:off x="3263236" y="6751807"/>
              <a:ext cx="5941" cy="2741525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1816DFB0-9336-4F38-A068-A2E51E05A5D5}"/>
                </a:ext>
              </a:extLst>
            </p:cNvPr>
            <p:cNvCxnSpPr>
              <a:cxnSpLocks/>
              <a:stCxn id="103" idx="6"/>
              <a:endCxn id="101" idx="0"/>
            </p:cNvCxnSpPr>
            <p:nvPr/>
          </p:nvCxnSpPr>
          <p:spPr>
            <a:xfrm>
              <a:off x="2514600" y="6867301"/>
              <a:ext cx="754577" cy="1921629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1D89D22-8079-41DA-9CB9-8FB15CF47577}"/>
                </a:ext>
              </a:extLst>
            </p:cNvPr>
            <p:cNvCxnSpPr>
              <a:cxnSpLocks/>
              <a:stCxn id="104" idx="6"/>
              <a:endCxn id="101" idx="0"/>
            </p:cNvCxnSpPr>
            <p:nvPr/>
          </p:nvCxnSpPr>
          <p:spPr>
            <a:xfrm>
              <a:off x="2078219" y="7656654"/>
              <a:ext cx="1190958" cy="1132276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02096709-D5AE-4552-A85A-500A423D7514}"/>
                </a:ext>
              </a:extLst>
            </p:cNvPr>
            <p:cNvCxnSpPr>
              <a:cxnSpLocks/>
              <a:stCxn id="102" idx="6"/>
              <a:endCxn id="101" idx="0"/>
            </p:cNvCxnSpPr>
            <p:nvPr/>
          </p:nvCxnSpPr>
          <p:spPr>
            <a:xfrm>
              <a:off x="2514600" y="8446009"/>
              <a:ext cx="754577" cy="342920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2" name="그룹 981">
            <a:extLst>
              <a:ext uri="{FF2B5EF4-FFF2-40B4-BE49-F238E27FC236}">
                <a16:creationId xmlns:a16="http://schemas.microsoft.com/office/drawing/2014/main" id="{A6F89B24-985D-4118-A524-913D252D63FB}"/>
              </a:ext>
            </a:extLst>
          </p:cNvPr>
          <p:cNvGrpSpPr/>
          <p:nvPr/>
        </p:nvGrpSpPr>
        <p:grpSpPr>
          <a:xfrm>
            <a:off x="14055896" y="7829013"/>
            <a:ext cx="3844475" cy="1915368"/>
            <a:chOff x="12712595" y="1506908"/>
            <a:chExt cx="4433141" cy="2449967"/>
          </a:xfrm>
        </p:grpSpPr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6F14B9E7-42AE-464A-B7C8-34805C6EB446}"/>
                </a:ext>
              </a:extLst>
            </p:cNvPr>
            <p:cNvSpPr/>
            <p:nvPr/>
          </p:nvSpPr>
          <p:spPr>
            <a:xfrm>
              <a:off x="14249277" y="1506908"/>
              <a:ext cx="1373028" cy="704401"/>
            </a:xfrm>
            <a:prstGeom prst="rect">
              <a:avLst/>
            </a:prstGeom>
            <a:solidFill>
              <a:srgbClr val="532472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3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소분류</a:t>
              </a:r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E5029DD5-2E0F-4D1D-8E8F-0A17AB7C7C79}"/>
                </a:ext>
              </a:extLst>
            </p:cNvPr>
            <p:cNvSpPr/>
            <p:nvPr/>
          </p:nvSpPr>
          <p:spPr>
            <a:xfrm>
              <a:off x="12712595" y="2555732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소분류</a:t>
              </a:r>
              <a:endParaRPr lang="en-US" altLang="ko-KR" sz="1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C91BC7E-C8B3-4FD1-A546-33D2AD629294}"/>
                </a:ext>
              </a:extLst>
            </p:cNvPr>
            <p:cNvSpPr/>
            <p:nvPr/>
          </p:nvSpPr>
          <p:spPr>
            <a:xfrm>
              <a:off x="15772708" y="2555732"/>
              <a:ext cx="1373028" cy="70440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대분류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93B74729-AEA4-49C7-BA1D-2F47566C25D6}"/>
                </a:ext>
              </a:extLst>
            </p:cNvPr>
            <p:cNvCxnSpPr>
              <a:cxnSpLocks/>
              <a:stCxn id="156" idx="2"/>
              <a:endCxn id="158" idx="1"/>
            </p:cNvCxnSpPr>
            <p:nvPr/>
          </p:nvCxnSpPr>
          <p:spPr>
            <a:xfrm>
              <a:off x="14935792" y="2211309"/>
              <a:ext cx="1037991" cy="447581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1D25CA3D-D892-48D3-BD55-EDAF1CC453E5}"/>
                </a:ext>
              </a:extLst>
            </p:cNvPr>
            <p:cNvCxnSpPr>
              <a:cxnSpLocks/>
              <a:stCxn id="157" idx="7"/>
              <a:endCxn id="156" idx="2"/>
            </p:cNvCxnSpPr>
            <p:nvPr/>
          </p:nvCxnSpPr>
          <p:spPr>
            <a:xfrm flipV="1">
              <a:off x="13884548" y="2211309"/>
              <a:ext cx="1051244" cy="447581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074B0103-C3CE-4EFA-B5EF-A2AEFD355136}"/>
                </a:ext>
              </a:extLst>
            </p:cNvPr>
            <p:cNvSpPr/>
            <p:nvPr/>
          </p:nvSpPr>
          <p:spPr>
            <a:xfrm>
              <a:off x="14249277" y="3252474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소분류이름</a:t>
              </a:r>
            </a:p>
          </p:txBody>
        </p:sp>
        <p:cxnSp>
          <p:nvCxnSpPr>
            <p:cNvPr id="962" name="직선 연결선 961">
              <a:extLst>
                <a:ext uri="{FF2B5EF4-FFF2-40B4-BE49-F238E27FC236}">
                  <a16:creationId xmlns:a16="http://schemas.microsoft.com/office/drawing/2014/main" id="{0E33B492-EB6E-4260-AC46-AF7C54AFE5AD}"/>
                </a:ext>
              </a:extLst>
            </p:cNvPr>
            <p:cNvCxnSpPr>
              <a:cxnSpLocks/>
              <a:stCxn id="162" idx="0"/>
              <a:endCxn id="156" idx="2"/>
            </p:cNvCxnSpPr>
            <p:nvPr/>
          </p:nvCxnSpPr>
          <p:spPr>
            <a:xfrm flipV="1">
              <a:off x="14935792" y="2211309"/>
              <a:ext cx="0" cy="1041165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40DBCBC3-E071-43CC-BD03-D77FD62B29D1}"/>
              </a:ext>
            </a:extLst>
          </p:cNvPr>
          <p:cNvGrpSpPr/>
          <p:nvPr/>
        </p:nvGrpSpPr>
        <p:grpSpPr>
          <a:xfrm>
            <a:off x="10065014" y="2773624"/>
            <a:ext cx="3844476" cy="2161051"/>
            <a:chOff x="5465727" y="5824912"/>
            <a:chExt cx="3945532" cy="2460180"/>
          </a:xfrm>
        </p:grpSpPr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3FAA85AC-D795-4401-8638-5FDD3AB9C55D}"/>
                </a:ext>
              </a:extLst>
            </p:cNvPr>
            <p:cNvSpPr/>
            <p:nvPr/>
          </p:nvSpPr>
          <p:spPr>
            <a:xfrm>
              <a:off x="6833387" y="7658169"/>
              <a:ext cx="1222006" cy="626923"/>
            </a:xfrm>
            <a:prstGeom prst="rect">
              <a:avLst/>
            </a:prstGeom>
            <a:solidFill>
              <a:srgbClr val="532472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3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장바구니</a:t>
              </a:r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5B2FF635-054A-4490-BC8C-ECD594F9114C}"/>
                </a:ext>
              </a:extLst>
            </p:cNvPr>
            <p:cNvSpPr/>
            <p:nvPr/>
          </p:nvSpPr>
          <p:spPr>
            <a:xfrm>
              <a:off x="5465727" y="6581094"/>
              <a:ext cx="1222006" cy="62692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장바구니코드</a:t>
              </a:r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20F178B2-9DC8-49C8-8FA9-966EA0379097}"/>
                </a:ext>
              </a:extLst>
            </p:cNvPr>
            <p:cNvSpPr/>
            <p:nvPr/>
          </p:nvSpPr>
          <p:spPr>
            <a:xfrm>
              <a:off x="8189253" y="6581094"/>
              <a:ext cx="1222006" cy="6269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</a:t>
              </a:r>
            </a:p>
          </p:txBody>
        </p: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2471E21B-0246-4DDA-9A1D-1C433DEA6EB9}"/>
                </a:ext>
              </a:extLst>
            </p:cNvPr>
            <p:cNvCxnSpPr>
              <a:cxnSpLocks/>
              <a:stCxn id="228" idx="0"/>
              <a:endCxn id="230" idx="3"/>
            </p:cNvCxnSpPr>
            <p:nvPr/>
          </p:nvCxnSpPr>
          <p:spPr>
            <a:xfrm flipV="1">
              <a:off x="7444390" y="7116206"/>
              <a:ext cx="923822" cy="541963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938DCB8E-B460-430E-BAC1-A21E9CE428FE}"/>
                </a:ext>
              </a:extLst>
            </p:cNvPr>
            <p:cNvCxnSpPr>
              <a:cxnSpLocks/>
              <a:stCxn id="229" idx="5"/>
              <a:endCxn id="228" idx="0"/>
            </p:cNvCxnSpPr>
            <p:nvPr/>
          </p:nvCxnSpPr>
          <p:spPr>
            <a:xfrm>
              <a:off x="6508774" y="7116206"/>
              <a:ext cx="935616" cy="541963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4C049C01-FBD0-4BAA-BCA9-33E7F69978E4}"/>
                </a:ext>
              </a:extLst>
            </p:cNvPr>
            <p:cNvSpPr/>
            <p:nvPr/>
          </p:nvSpPr>
          <p:spPr>
            <a:xfrm>
              <a:off x="7578250" y="5824912"/>
              <a:ext cx="1222006" cy="62692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208DDA72-F0E9-4DC5-B65D-6AF735994A7E}"/>
                </a:ext>
              </a:extLst>
            </p:cNvPr>
            <p:cNvCxnSpPr>
              <a:stCxn id="233" idx="4"/>
              <a:endCxn id="228" idx="0"/>
            </p:cNvCxnSpPr>
            <p:nvPr/>
          </p:nvCxnSpPr>
          <p:spPr>
            <a:xfrm flipH="1">
              <a:off x="7444390" y="6451836"/>
              <a:ext cx="744863" cy="1206333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145B256D-3D39-4559-BA1B-548C81F12F2D}"/>
                </a:ext>
              </a:extLst>
            </p:cNvPr>
            <p:cNvSpPr/>
            <p:nvPr/>
          </p:nvSpPr>
          <p:spPr>
            <a:xfrm>
              <a:off x="6204619" y="5824912"/>
              <a:ext cx="1222006" cy="62692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수량</a:t>
              </a:r>
            </a:p>
          </p:txBody>
        </p: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10A2A7BC-7848-4CAA-ADBB-2228BDF2C47D}"/>
                </a:ext>
              </a:extLst>
            </p:cNvPr>
            <p:cNvCxnSpPr>
              <a:stCxn id="236" idx="4"/>
              <a:endCxn id="228" idx="0"/>
            </p:cNvCxnSpPr>
            <p:nvPr/>
          </p:nvCxnSpPr>
          <p:spPr>
            <a:xfrm>
              <a:off x="6815623" y="6451836"/>
              <a:ext cx="628767" cy="1206333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4D206E59-6EA3-45B1-AF05-3A115CA76950}"/>
              </a:ext>
            </a:extLst>
          </p:cNvPr>
          <p:cNvGrpSpPr/>
          <p:nvPr/>
        </p:nvGrpSpPr>
        <p:grpSpPr>
          <a:xfrm>
            <a:off x="105676" y="1737495"/>
            <a:ext cx="4612837" cy="3191131"/>
            <a:chOff x="609600" y="1750812"/>
            <a:chExt cx="5319155" cy="4081809"/>
          </a:xfrm>
        </p:grpSpPr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549A4DE8-DE18-47EB-87DB-BB2512DEFC1C}"/>
                </a:ext>
              </a:extLst>
            </p:cNvPr>
            <p:cNvSpPr/>
            <p:nvPr/>
          </p:nvSpPr>
          <p:spPr>
            <a:xfrm>
              <a:off x="2582663" y="5128220"/>
              <a:ext cx="1373028" cy="704401"/>
            </a:xfrm>
            <a:prstGeom prst="rect">
              <a:avLst/>
            </a:prstGeom>
            <a:solidFill>
              <a:srgbClr val="532472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300" dirty="0" err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배송지</a:t>
              </a:r>
              <a:endParaRPr lang="ko-KR" altLang="en-US" sz="1400" spc="3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0" name="타원 269">
              <a:extLst>
                <a:ext uri="{FF2B5EF4-FFF2-40B4-BE49-F238E27FC236}">
                  <a16:creationId xmlns:a16="http://schemas.microsoft.com/office/drawing/2014/main" id="{3E95FC31-5D44-4208-9679-46AAE62C4ADB}"/>
                </a:ext>
              </a:extLst>
            </p:cNvPr>
            <p:cNvSpPr/>
            <p:nvPr/>
          </p:nvSpPr>
          <p:spPr>
            <a:xfrm>
              <a:off x="873203" y="4210207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받는사람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</a:t>
              </a:r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A96FB1FF-539F-416B-BE33-5B98862139E6}"/>
                </a:ext>
              </a:extLst>
            </p:cNvPr>
            <p:cNvSpPr/>
            <p:nvPr/>
          </p:nvSpPr>
          <p:spPr>
            <a:xfrm>
              <a:off x="1045981" y="2555732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 err="1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배송지</a:t>
              </a:r>
              <a:endParaRPr lang="en-US" altLang="ko-KR" sz="1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42460317-8F2E-48AC-9D4C-3BAC2D89B08A}"/>
                </a:ext>
              </a:extLst>
            </p:cNvPr>
            <p:cNvSpPr/>
            <p:nvPr/>
          </p:nvSpPr>
          <p:spPr>
            <a:xfrm>
              <a:off x="609600" y="3345086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받는사람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휴대폰</a:t>
              </a:r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09D3D00C-CDFA-48C6-BBA4-1E43E5E7B376}"/>
                </a:ext>
              </a:extLst>
            </p:cNvPr>
            <p:cNvSpPr/>
            <p:nvPr/>
          </p:nvSpPr>
          <p:spPr>
            <a:xfrm>
              <a:off x="1825034" y="1750812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배송비</a:t>
              </a:r>
            </a:p>
          </p:txBody>
        </p:sp>
        <p:sp>
          <p:nvSpPr>
            <p:cNvPr id="274" name="타원 273">
              <a:extLst>
                <a:ext uri="{FF2B5EF4-FFF2-40B4-BE49-F238E27FC236}">
                  <a16:creationId xmlns:a16="http://schemas.microsoft.com/office/drawing/2014/main" id="{25826EEF-12FD-4E04-9453-C31346A2C534}"/>
                </a:ext>
              </a:extLst>
            </p:cNvPr>
            <p:cNvSpPr/>
            <p:nvPr/>
          </p:nvSpPr>
          <p:spPr>
            <a:xfrm>
              <a:off x="3327042" y="1750812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배송요청사항</a:t>
              </a:r>
            </a:p>
          </p:txBody>
        </p:sp>
        <p:sp>
          <p:nvSpPr>
            <p:cNvPr id="275" name="타원 274">
              <a:extLst>
                <a:ext uri="{FF2B5EF4-FFF2-40B4-BE49-F238E27FC236}">
                  <a16:creationId xmlns:a16="http://schemas.microsoft.com/office/drawing/2014/main" id="{1B0023F4-EBFE-49F0-A083-D20AF497D6D5}"/>
                </a:ext>
              </a:extLst>
            </p:cNvPr>
            <p:cNvSpPr/>
            <p:nvPr/>
          </p:nvSpPr>
          <p:spPr>
            <a:xfrm>
              <a:off x="4555727" y="3345087"/>
              <a:ext cx="1373028" cy="70440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구매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03EE4049-CEEF-4DED-BDE0-93FB34963734}"/>
                </a:ext>
              </a:extLst>
            </p:cNvPr>
            <p:cNvSpPr/>
            <p:nvPr/>
          </p:nvSpPr>
          <p:spPr>
            <a:xfrm>
              <a:off x="4106094" y="2555732"/>
              <a:ext cx="1373028" cy="70440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</a:t>
              </a: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534028DC-F713-4267-A16B-6FC9ADB54ABF}"/>
                </a:ext>
              </a:extLst>
            </p:cNvPr>
            <p:cNvSpPr/>
            <p:nvPr/>
          </p:nvSpPr>
          <p:spPr>
            <a:xfrm>
              <a:off x="4245034" y="4210207"/>
              <a:ext cx="1373028" cy="7044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주소</a:t>
              </a:r>
            </a:p>
          </p:txBody>
        </p: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779C29A2-7BF2-4200-9864-DFF2846CBA0B}"/>
                </a:ext>
              </a:extLst>
            </p:cNvPr>
            <p:cNvCxnSpPr>
              <a:cxnSpLocks/>
              <a:stCxn id="269" idx="0"/>
              <a:endCxn id="274" idx="3"/>
            </p:cNvCxnSpPr>
            <p:nvPr/>
          </p:nvCxnSpPr>
          <p:spPr>
            <a:xfrm flipV="1">
              <a:off x="3269178" y="2352055"/>
              <a:ext cx="258939" cy="2776165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>
              <a:extLst>
                <a:ext uri="{FF2B5EF4-FFF2-40B4-BE49-F238E27FC236}">
                  <a16:creationId xmlns:a16="http://schemas.microsoft.com/office/drawing/2014/main" id="{3FFDCC03-43D4-42F6-BC60-A157567D79C0}"/>
                </a:ext>
              </a:extLst>
            </p:cNvPr>
            <p:cNvCxnSpPr>
              <a:cxnSpLocks/>
              <a:stCxn id="269" idx="0"/>
              <a:endCxn id="276" idx="2"/>
            </p:cNvCxnSpPr>
            <p:nvPr/>
          </p:nvCxnSpPr>
          <p:spPr>
            <a:xfrm flipV="1">
              <a:off x="3269178" y="2907932"/>
              <a:ext cx="836916" cy="2220288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>
              <a:extLst>
                <a:ext uri="{FF2B5EF4-FFF2-40B4-BE49-F238E27FC236}">
                  <a16:creationId xmlns:a16="http://schemas.microsoft.com/office/drawing/2014/main" id="{06712272-D155-4DFE-99A3-0918BAD25BC7}"/>
                </a:ext>
              </a:extLst>
            </p:cNvPr>
            <p:cNvCxnSpPr>
              <a:cxnSpLocks/>
              <a:stCxn id="269" idx="0"/>
              <a:endCxn id="275" idx="2"/>
            </p:cNvCxnSpPr>
            <p:nvPr/>
          </p:nvCxnSpPr>
          <p:spPr>
            <a:xfrm flipV="1">
              <a:off x="3269178" y="3697288"/>
              <a:ext cx="1286549" cy="1430932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9257404A-83F6-4322-B8C8-342E512DFB18}"/>
                </a:ext>
              </a:extLst>
            </p:cNvPr>
            <p:cNvCxnSpPr>
              <a:cxnSpLocks/>
              <a:stCxn id="269" idx="0"/>
              <a:endCxn id="277" idx="1"/>
            </p:cNvCxnSpPr>
            <p:nvPr/>
          </p:nvCxnSpPr>
          <p:spPr>
            <a:xfrm flipV="1">
              <a:off x="3269178" y="4313365"/>
              <a:ext cx="1176931" cy="814855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연결선 281">
              <a:extLst>
                <a:ext uri="{FF2B5EF4-FFF2-40B4-BE49-F238E27FC236}">
                  <a16:creationId xmlns:a16="http://schemas.microsoft.com/office/drawing/2014/main" id="{979F938F-45A2-43A5-9AE3-141AFE41C453}"/>
                </a:ext>
              </a:extLst>
            </p:cNvPr>
            <p:cNvCxnSpPr>
              <a:cxnSpLocks/>
              <a:stCxn id="273" idx="5"/>
              <a:endCxn id="269" idx="0"/>
            </p:cNvCxnSpPr>
            <p:nvPr/>
          </p:nvCxnSpPr>
          <p:spPr>
            <a:xfrm>
              <a:off x="2996986" y="2352055"/>
              <a:ext cx="272192" cy="2776165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AC4C809D-1CD4-4D9C-BA35-35B10E9B8FF5}"/>
                </a:ext>
              </a:extLst>
            </p:cNvPr>
            <p:cNvCxnSpPr>
              <a:cxnSpLocks/>
              <a:stCxn id="271" idx="6"/>
              <a:endCxn id="269" idx="0"/>
            </p:cNvCxnSpPr>
            <p:nvPr/>
          </p:nvCxnSpPr>
          <p:spPr>
            <a:xfrm>
              <a:off x="2419009" y="2907932"/>
              <a:ext cx="850169" cy="2220288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연결선 283">
              <a:extLst>
                <a:ext uri="{FF2B5EF4-FFF2-40B4-BE49-F238E27FC236}">
                  <a16:creationId xmlns:a16="http://schemas.microsoft.com/office/drawing/2014/main" id="{12089CA4-CC36-4506-BC9C-A309AA1C7E79}"/>
                </a:ext>
              </a:extLst>
            </p:cNvPr>
            <p:cNvCxnSpPr>
              <a:cxnSpLocks/>
              <a:stCxn id="272" idx="6"/>
              <a:endCxn id="269" idx="0"/>
            </p:cNvCxnSpPr>
            <p:nvPr/>
          </p:nvCxnSpPr>
          <p:spPr>
            <a:xfrm>
              <a:off x="1982628" y="3697287"/>
              <a:ext cx="1286550" cy="1430933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E2BEA314-1015-4C34-BA66-CB5D5FFF9862}"/>
                </a:ext>
              </a:extLst>
            </p:cNvPr>
            <p:cNvCxnSpPr>
              <a:cxnSpLocks/>
              <a:stCxn id="270" idx="7"/>
              <a:endCxn id="269" idx="0"/>
            </p:cNvCxnSpPr>
            <p:nvPr/>
          </p:nvCxnSpPr>
          <p:spPr>
            <a:xfrm>
              <a:off x="2045156" y="4313365"/>
              <a:ext cx="1224022" cy="814855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29AD6361-73FB-4667-B445-04677EA29E7E}"/>
              </a:ext>
            </a:extLst>
          </p:cNvPr>
          <p:cNvGrpSpPr/>
          <p:nvPr/>
        </p:nvGrpSpPr>
        <p:grpSpPr>
          <a:xfrm>
            <a:off x="6048225" y="7584935"/>
            <a:ext cx="3890251" cy="2452176"/>
            <a:chOff x="992485" y="5863567"/>
            <a:chExt cx="4485928" cy="3136601"/>
          </a:xfrm>
        </p:grpSpPr>
        <p:sp>
          <p:nvSpPr>
            <p:cNvPr id="317" name="직사각형 316">
              <a:extLst>
                <a:ext uri="{FF2B5EF4-FFF2-40B4-BE49-F238E27FC236}">
                  <a16:creationId xmlns:a16="http://schemas.microsoft.com/office/drawing/2014/main" id="{31E61E5C-D010-43FF-8232-67322D3AAD00}"/>
                </a:ext>
              </a:extLst>
            </p:cNvPr>
            <p:cNvSpPr/>
            <p:nvPr/>
          </p:nvSpPr>
          <p:spPr>
            <a:xfrm>
              <a:off x="2582663" y="5863567"/>
              <a:ext cx="1373028" cy="704402"/>
            </a:xfrm>
            <a:prstGeom prst="rect">
              <a:avLst/>
            </a:prstGeom>
            <a:solidFill>
              <a:srgbClr val="532472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3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1:1</a:t>
              </a:r>
              <a:r>
                <a:rPr lang="ko-KR" altLang="en-US" sz="1400" spc="3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문의</a:t>
              </a:r>
            </a:p>
          </p:txBody>
        </p:sp>
        <p:sp>
          <p:nvSpPr>
            <p:cNvPr id="318" name="타원 317">
              <a:extLst>
                <a:ext uri="{FF2B5EF4-FFF2-40B4-BE49-F238E27FC236}">
                  <a16:creationId xmlns:a16="http://schemas.microsoft.com/office/drawing/2014/main" id="{3C9250DD-ADEF-46DF-8CD9-289BA20084FC}"/>
                </a:ext>
              </a:extLst>
            </p:cNvPr>
            <p:cNvSpPr/>
            <p:nvPr/>
          </p:nvSpPr>
          <p:spPr>
            <a:xfrm>
              <a:off x="1584112" y="8295761"/>
              <a:ext cx="1373028" cy="7044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글내용</a:t>
              </a:r>
              <a:endParaRPr lang="ko-KR" altLang="en-US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9" name="타원 318">
              <a:extLst>
                <a:ext uri="{FF2B5EF4-FFF2-40B4-BE49-F238E27FC236}">
                  <a16:creationId xmlns:a16="http://schemas.microsoft.com/office/drawing/2014/main" id="{C2241832-18A1-4417-91A0-E8B8B857C385}"/>
                </a:ext>
              </a:extLst>
            </p:cNvPr>
            <p:cNvSpPr/>
            <p:nvPr/>
          </p:nvSpPr>
          <p:spPr>
            <a:xfrm>
              <a:off x="1249425" y="6589240"/>
              <a:ext cx="1373028" cy="7044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게시글</a:t>
              </a:r>
              <a:endParaRPr lang="en-US" altLang="ko-KR" sz="1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번호</a:t>
              </a:r>
            </a:p>
          </p:txBody>
        </p:sp>
        <p:sp>
          <p:nvSpPr>
            <p:cNvPr id="320" name="타원 319">
              <a:extLst>
                <a:ext uri="{FF2B5EF4-FFF2-40B4-BE49-F238E27FC236}">
                  <a16:creationId xmlns:a16="http://schemas.microsoft.com/office/drawing/2014/main" id="{2044CA0D-5D6F-4D7D-9505-7C155B807072}"/>
                </a:ext>
              </a:extLst>
            </p:cNvPr>
            <p:cNvSpPr/>
            <p:nvPr/>
          </p:nvSpPr>
          <p:spPr>
            <a:xfrm>
              <a:off x="992485" y="7450285"/>
              <a:ext cx="1373028" cy="7044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글제목</a:t>
              </a:r>
              <a:endParaRPr lang="ko-KR" altLang="en-US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2" name="타원 321">
              <a:extLst>
                <a:ext uri="{FF2B5EF4-FFF2-40B4-BE49-F238E27FC236}">
                  <a16:creationId xmlns:a16="http://schemas.microsoft.com/office/drawing/2014/main" id="{D0D509BE-6AA2-490C-8BB5-E66A7BB1F454}"/>
                </a:ext>
              </a:extLst>
            </p:cNvPr>
            <p:cNvSpPr/>
            <p:nvPr/>
          </p:nvSpPr>
          <p:spPr>
            <a:xfrm>
              <a:off x="4105385" y="7450291"/>
              <a:ext cx="1373028" cy="7044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작성일자</a:t>
              </a:r>
            </a:p>
          </p:txBody>
        </p:sp>
        <p:sp>
          <p:nvSpPr>
            <p:cNvPr id="323" name="타원 322">
              <a:extLst>
                <a:ext uri="{FF2B5EF4-FFF2-40B4-BE49-F238E27FC236}">
                  <a16:creationId xmlns:a16="http://schemas.microsoft.com/office/drawing/2014/main" id="{B1C6F076-D3E9-450A-A264-2D2C43120A7E}"/>
                </a:ext>
              </a:extLst>
            </p:cNvPr>
            <p:cNvSpPr/>
            <p:nvPr/>
          </p:nvSpPr>
          <p:spPr>
            <a:xfrm>
              <a:off x="3835192" y="6589245"/>
              <a:ext cx="1373028" cy="70440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</a:t>
              </a:r>
            </a:p>
          </p:txBody>
        </p:sp>
        <p:sp>
          <p:nvSpPr>
            <p:cNvPr id="324" name="타원 323">
              <a:extLst>
                <a:ext uri="{FF2B5EF4-FFF2-40B4-BE49-F238E27FC236}">
                  <a16:creationId xmlns:a16="http://schemas.microsoft.com/office/drawing/2014/main" id="{493A9279-16EB-4BC9-A443-E58727AD4AE8}"/>
                </a:ext>
              </a:extLst>
            </p:cNvPr>
            <p:cNvSpPr/>
            <p:nvPr/>
          </p:nvSpPr>
          <p:spPr>
            <a:xfrm>
              <a:off x="3500505" y="8295766"/>
              <a:ext cx="1373028" cy="7044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작성자</a:t>
              </a:r>
            </a:p>
          </p:txBody>
        </p:sp>
        <p:cxnSp>
          <p:nvCxnSpPr>
            <p:cNvPr id="325" name="직선 연결선 324">
              <a:extLst>
                <a:ext uri="{FF2B5EF4-FFF2-40B4-BE49-F238E27FC236}">
                  <a16:creationId xmlns:a16="http://schemas.microsoft.com/office/drawing/2014/main" id="{9C3BCFF1-F8C5-49E5-958C-FE4D924B9840}"/>
                </a:ext>
              </a:extLst>
            </p:cNvPr>
            <p:cNvCxnSpPr>
              <a:cxnSpLocks/>
              <a:stCxn id="317" idx="2"/>
              <a:endCxn id="323" idx="2"/>
            </p:cNvCxnSpPr>
            <p:nvPr/>
          </p:nvCxnSpPr>
          <p:spPr>
            <a:xfrm>
              <a:off x="3269178" y="6567969"/>
              <a:ext cx="566014" cy="373477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직선 연결선 325">
              <a:extLst>
                <a:ext uri="{FF2B5EF4-FFF2-40B4-BE49-F238E27FC236}">
                  <a16:creationId xmlns:a16="http://schemas.microsoft.com/office/drawing/2014/main" id="{48B617E5-1DA0-4284-843C-DD937BBE5A74}"/>
                </a:ext>
              </a:extLst>
            </p:cNvPr>
            <p:cNvCxnSpPr>
              <a:cxnSpLocks/>
              <a:stCxn id="317" idx="2"/>
              <a:endCxn id="322" idx="2"/>
            </p:cNvCxnSpPr>
            <p:nvPr/>
          </p:nvCxnSpPr>
          <p:spPr>
            <a:xfrm>
              <a:off x="3269178" y="6567969"/>
              <a:ext cx="836207" cy="1234522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>
              <a:extLst>
                <a:ext uri="{FF2B5EF4-FFF2-40B4-BE49-F238E27FC236}">
                  <a16:creationId xmlns:a16="http://schemas.microsoft.com/office/drawing/2014/main" id="{23F8F028-3EF3-4DDF-9F0A-D4A059EDDA16}"/>
                </a:ext>
              </a:extLst>
            </p:cNvPr>
            <p:cNvCxnSpPr>
              <a:cxnSpLocks/>
              <a:stCxn id="317" idx="2"/>
              <a:endCxn id="324" idx="1"/>
            </p:cNvCxnSpPr>
            <p:nvPr/>
          </p:nvCxnSpPr>
          <p:spPr>
            <a:xfrm>
              <a:off x="3269178" y="6567969"/>
              <a:ext cx="432402" cy="1830953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직선 연결선 328">
              <a:extLst>
                <a:ext uri="{FF2B5EF4-FFF2-40B4-BE49-F238E27FC236}">
                  <a16:creationId xmlns:a16="http://schemas.microsoft.com/office/drawing/2014/main" id="{09626E2C-882B-4CCF-8329-F8759A74A0D5}"/>
                </a:ext>
              </a:extLst>
            </p:cNvPr>
            <p:cNvCxnSpPr>
              <a:cxnSpLocks/>
              <a:stCxn id="319" idx="6"/>
              <a:endCxn id="317" idx="2"/>
            </p:cNvCxnSpPr>
            <p:nvPr/>
          </p:nvCxnSpPr>
          <p:spPr>
            <a:xfrm flipV="1">
              <a:off x="2622453" y="6567969"/>
              <a:ext cx="646724" cy="373472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D8B6316F-959F-4BA0-A0B1-43B4C3C5EA90}"/>
                </a:ext>
              </a:extLst>
            </p:cNvPr>
            <p:cNvCxnSpPr>
              <a:cxnSpLocks/>
              <a:stCxn id="320" idx="6"/>
              <a:endCxn id="317" idx="2"/>
            </p:cNvCxnSpPr>
            <p:nvPr/>
          </p:nvCxnSpPr>
          <p:spPr>
            <a:xfrm flipV="1">
              <a:off x="2365513" y="6567969"/>
              <a:ext cx="903664" cy="1234517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연결선 330">
              <a:extLst>
                <a:ext uri="{FF2B5EF4-FFF2-40B4-BE49-F238E27FC236}">
                  <a16:creationId xmlns:a16="http://schemas.microsoft.com/office/drawing/2014/main" id="{66A8AA03-38E6-44B6-9350-1A7A50AC037F}"/>
                </a:ext>
              </a:extLst>
            </p:cNvPr>
            <p:cNvCxnSpPr>
              <a:cxnSpLocks/>
              <a:stCxn id="318" idx="7"/>
              <a:endCxn id="317" idx="2"/>
            </p:cNvCxnSpPr>
            <p:nvPr/>
          </p:nvCxnSpPr>
          <p:spPr>
            <a:xfrm flipV="1">
              <a:off x="2756065" y="6567969"/>
              <a:ext cx="513112" cy="1830949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801D0650-F859-4DF8-A825-372BC30B1B9D}"/>
              </a:ext>
            </a:extLst>
          </p:cNvPr>
          <p:cNvCxnSpPr>
            <a:stCxn id="65" idx="3"/>
            <a:endCxn id="156" idx="1"/>
          </p:cNvCxnSpPr>
          <p:nvPr/>
        </p:nvCxnSpPr>
        <p:spPr>
          <a:xfrm>
            <a:off x="12719702" y="8104361"/>
            <a:ext cx="266882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다이아몬드 260">
            <a:extLst>
              <a:ext uri="{FF2B5EF4-FFF2-40B4-BE49-F238E27FC236}">
                <a16:creationId xmlns:a16="http://schemas.microsoft.com/office/drawing/2014/main" id="{4642CD23-A379-4BEF-8AF1-584C613A8B27}"/>
              </a:ext>
            </a:extLst>
          </p:cNvPr>
          <p:cNvSpPr/>
          <p:nvPr/>
        </p:nvSpPr>
        <p:spPr>
          <a:xfrm>
            <a:off x="13312618" y="7832400"/>
            <a:ext cx="1241582" cy="57422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분류</a:t>
            </a:r>
          </a:p>
        </p:txBody>
      </p: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4CFA6C3C-1E5A-4436-B8CC-065973F8FAA1}"/>
              </a:ext>
            </a:extLst>
          </p:cNvPr>
          <p:cNvCxnSpPr>
            <a:stCxn id="2" idx="2"/>
            <a:endCxn id="317" idx="0"/>
          </p:cNvCxnSpPr>
          <p:nvPr/>
        </p:nvCxnSpPr>
        <p:spPr>
          <a:xfrm>
            <a:off x="8021418" y="5844760"/>
            <a:ext cx="1182" cy="17401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6" name="다이아몬드 365">
            <a:extLst>
              <a:ext uri="{FF2B5EF4-FFF2-40B4-BE49-F238E27FC236}">
                <a16:creationId xmlns:a16="http://schemas.microsoft.com/office/drawing/2014/main" id="{7D44A073-0FB7-47AF-8DE3-2B31DCA2384E}"/>
              </a:ext>
            </a:extLst>
          </p:cNvPr>
          <p:cNvSpPr/>
          <p:nvPr/>
        </p:nvSpPr>
        <p:spPr>
          <a:xfrm>
            <a:off x="7395742" y="6538593"/>
            <a:ext cx="1241582" cy="57422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6F44651E-E4EC-4375-9855-8C69B33A67D8}"/>
              </a:ext>
            </a:extLst>
          </p:cNvPr>
          <p:cNvGrpSpPr/>
          <p:nvPr/>
        </p:nvGrpSpPr>
        <p:grpSpPr>
          <a:xfrm>
            <a:off x="3004602" y="5280463"/>
            <a:ext cx="4210213" cy="2128170"/>
            <a:chOff x="5732340" y="4574222"/>
            <a:chExt cx="4765854" cy="2409035"/>
          </a:xfrm>
        </p:grpSpPr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5DC61440-D012-4895-9A3C-6C5A45E9D2BB}"/>
                </a:ext>
              </a:extLst>
            </p:cNvPr>
            <p:cNvSpPr/>
            <p:nvPr/>
          </p:nvSpPr>
          <p:spPr>
            <a:xfrm>
              <a:off x="6113207" y="5884005"/>
              <a:ext cx="1347850" cy="62337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구매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일자</a:t>
              </a:r>
            </a:p>
          </p:txBody>
        </p:sp>
        <p:sp>
          <p:nvSpPr>
            <p:cNvPr id="246" name="타원 245">
              <a:extLst>
                <a:ext uri="{FF2B5EF4-FFF2-40B4-BE49-F238E27FC236}">
                  <a16:creationId xmlns:a16="http://schemas.microsoft.com/office/drawing/2014/main" id="{594BF6E6-88DE-48FF-A306-83918295272A}"/>
                </a:ext>
              </a:extLst>
            </p:cNvPr>
            <p:cNvSpPr/>
            <p:nvPr/>
          </p:nvSpPr>
          <p:spPr>
            <a:xfrm>
              <a:off x="5732340" y="5101735"/>
              <a:ext cx="1347850" cy="62337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구매</a:t>
              </a:r>
              <a:endParaRPr lang="en-US" altLang="ko-KR" sz="1400" u="sng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u="sng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sp>
          <p:nvSpPr>
            <p:cNvPr id="247" name="타원 246">
              <a:extLst>
                <a:ext uri="{FF2B5EF4-FFF2-40B4-BE49-F238E27FC236}">
                  <a16:creationId xmlns:a16="http://schemas.microsoft.com/office/drawing/2014/main" id="{F7EC343F-3F44-460C-AFA5-7604FBED7229}"/>
                </a:ext>
              </a:extLst>
            </p:cNvPr>
            <p:cNvSpPr/>
            <p:nvPr/>
          </p:nvSpPr>
          <p:spPr>
            <a:xfrm>
              <a:off x="7463092" y="6359883"/>
              <a:ext cx="1347850" cy="62337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구매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수량</a:t>
              </a:r>
            </a:p>
          </p:txBody>
        </p:sp>
        <p:sp>
          <p:nvSpPr>
            <p:cNvPr id="248" name="타원 247">
              <a:extLst>
                <a:ext uri="{FF2B5EF4-FFF2-40B4-BE49-F238E27FC236}">
                  <a16:creationId xmlns:a16="http://schemas.microsoft.com/office/drawing/2014/main" id="{94F5EE33-0D18-4E73-B0DF-A357EE172815}"/>
                </a:ext>
              </a:extLst>
            </p:cNvPr>
            <p:cNvSpPr/>
            <p:nvPr/>
          </p:nvSpPr>
          <p:spPr>
            <a:xfrm>
              <a:off x="9150344" y="5101735"/>
              <a:ext cx="1347850" cy="62337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</a:t>
              </a:r>
            </a:p>
          </p:txBody>
        </p:sp>
        <p:sp>
          <p:nvSpPr>
            <p:cNvPr id="250" name="타원 249">
              <a:extLst>
                <a:ext uri="{FF2B5EF4-FFF2-40B4-BE49-F238E27FC236}">
                  <a16:creationId xmlns:a16="http://schemas.microsoft.com/office/drawing/2014/main" id="{0AB625CB-8F70-46F0-98E9-3EF71249078C}"/>
                </a:ext>
              </a:extLst>
            </p:cNvPr>
            <p:cNvSpPr/>
            <p:nvPr/>
          </p:nvSpPr>
          <p:spPr>
            <a:xfrm>
              <a:off x="8756457" y="5884005"/>
              <a:ext cx="1347850" cy="62337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5324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상품</a:t>
              </a:r>
              <a:endParaRPr lang="en-US" altLang="ko-KR" sz="1400" dirty="0">
                <a:solidFill>
                  <a:srgbClr val="53247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53247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코드</a:t>
              </a:r>
            </a:p>
          </p:txBody>
        </p:sp>
        <p:cxnSp>
          <p:nvCxnSpPr>
            <p:cNvPr id="252" name="직선 연결선 251">
              <a:extLst>
                <a:ext uri="{FF2B5EF4-FFF2-40B4-BE49-F238E27FC236}">
                  <a16:creationId xmlns:a16="http://schemas.microsoft.com/office/drawing/2014/main" id="{55FF980D-FC9B-4FF8-88ED-53D6F3D18825}"/>
                </a:ext>
              </a:extLst>
            </p:cNvPr>
            <p:cNvCxnSpPr>
              <a:cxnSpLocks/>
              <a:stCxn id="369" idx="2"/>
              <a:endCxn id="248" idx="2"/>
            </p:cNvCxnSpPr>
            <p:nvPr/>
          </p:nvCxnSpPr>
          <p:spPr>
            <a:xfrm>
              <a:off x="8137017" y="5224233"/>
              <a:ext cx="1013327" cy="189190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88E93731-65C8-4253-B69F-4A6EA9F0B1FC}"/>
                </a:ext>
              </a:extLst>
            </p:cNvPr>
            <p:cNvCxnSpPr>
              <a:cxnSpLocks/>
              <a:stCxn id="369" idx="2"/>
              <a:endCxn id="250" idx="1"/>
            </p:cNvCxnSpPr>
            <p:nvPr/>
          </p:nvCxnSpPr>
          <p:spPr>
            <a:xfrm>
              <a:off x="8137017" y="5224232"/>
              <a:ext cx="816828" cy="751064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DF04D1E2-A151-4649-9808-713E1E236B35}"/>
                </a:ext>
              </a:extLst>
            </p:cNvPr>
            <p:cNvCxnSpPr>
              <a:cxnSpLocks/>
              <a:stCxn id="247" idx="0"/>
            </p:cNvCxnSpPr>
            <p:nvPr/>
          </p:nvCxnSpPr>
          <p:spPr>
            <a:xfrm flipV="1">
              <a:off x="8137018" y="5224233"/>
              <a:ext cx="5831" cy="1135650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AB1B4BAE-3810-4FD3-9965-C72E1B5EB690}"/>
                </a:ext>
              </a:extLst>
            </p:cNvPr>
            <p:cNvCxnSpPr>
              <a:cxnSpLocks/>
              <a:stCxn id="246" idx="6"/>
              <a:endCxn id="369" idx="2"/>
            </p:cNvCxnSpPr>
            <p:nvPr/>
          </p:nvCxnSpPr>
          <p:spPr>
            <a:xfrm flipV="1">
              <a:off x="7080190" y="5224233"/>
              <a:ext cx="1056827" cy="189190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3F2B6598-7243-4D75-A4E6-FFE34CD73D45}"/>
                </a:ext>
              </a:extLst>
            </p:cNvPr>
            <p:cNvCxnSpPr>
              <a:cxnSpLocks/>
              <a:stCxn id="244" idx="7"/>
              <a:endCxn id="369" idx="2"/>
            </p:cNvCxnSpPr>
            <p:nvPr/>
          </p:nvCxnSpPr>
          <p:spPr>
            <a:xfrm flipV="1">
              <a:off x="7263669" y="5224232"/>
              <a:ext cx="873348" cy="751064"/>
            </a:xfrm>
            <a:prstGeom prst="line">
              <a:avLst/>
            </a:prstGeom>
            <a:ln>
              <a:solidFill>
                <a:srgbClr val="532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다이아몬드 368">
              <a:extLst>
                <a:ext uri="{FF2B5EF4-FFF2-40B4-BE49-F238E27FC236}">
                  <a16:creationId xmlns:a16="http://schemas.microsoft.com/office/drawing/2014/main" id="{C762FA09-6AD5-45DF-A1FD-9F2E4B15A86D}"/>
                </a:ext>
              </a:extLst>
            </p:cNvPr>
            <p:cNvSpPr/>
            <p:nvPr/>
          </p:nvSpPr>
          <p:spPr>
            <a:xfrm>
              <a:off x="7434297" y="4574222"/>
              <a:ext cx="1405440" cy="65001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구매</a:t>
              </a:r>
            </a:p>
          </p:txBody>
        </p:sp>
      </p:grp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FF2111C9-329A-4D39-9A7C-B3AE3229422D}"/>
              </a:ext>
            </a:extLst>
          </p:cNvPr>
          <p:cNvCxnSpPr>
            <a:cxnSpLocks/>
            <a:stCxn id="2" idx="1"/>
            <a:endCxn id="369" idx="3"/>
          </p:cNvCxnSpPr>
          <p:nvPr/>
        </p:nvCxnSpPr>
        <p:spPr>
          <a:xfrm flipH="1" flipV="1">
            <a:off x="5749714" y="5567577"/>
            <a:ext cx="1676351" cy="18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1" name="다이아몬드 380">
            <a:extLst>
              <a:ext uri="{FF2B5EF4-FFF2-40B4-BE49-F238E27FC236}">
                <a16:creationId xmlns:a16="http://schemas.microsoft.com/office/drawing/2014/main" id="{3F8F75F0-3909-46BA-B03D-A33E1C050B62}"/>
              </a:ext>
            </a:extLst>
          </p:cNvPr>
          <p:cNvSpPr/>
          <p:nvPr/>
        </p:nvSpPr>
        <p:spPr>
          <a:xfrm>
            <a:off x="1787993" y="5287776"/>
            <a:ext cx="1241582" cy="57422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연결</a:t>
            </a:r>
          </a:p>
        </p:txBody>
      </p:sp>
      <p:cxnSp>
        <p:nvCxnSpPr>
          <p:cNvPr id="298" name="직선 연결선 297">
            <a:extLst>
              <a:ext uri="{FF2B5EF4-FFF2-40B4-BE49-F238E27FC236}">
                <a16:creationId xmlns:a16="http://schemas.microsoft.com/office/drawing/2014/main" id="{8C2ED38A-477B-4E6E-AC31-076BD38CDA8E}"/>
              </a:ext>
            </a:extLst>
          </p:cNvPr>
          <p:cNvCxnSpPr>
            <a:cxnSpLocks/>
            <a:stCxn id="369" idx="1"/>
            <a:endCxn id="381" idx="3"/>
          </p:cNvCxnSpPr>
          <p:nvPr/>
        </p:nvCxnSpPr>
        <p:spPr>
          <a:xfrm flipH="1">
            <a:off x="3029575" y="5567577"/>
            <a:ext cx="1478556" cy="73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1" name="직선 연결선 300">
            <a:extLst>
              <a:ext uri="{FF2B5EF4-FFF2-40B4-BE49-F238E27FC236}">
                <a16:creationId xmlns:a16="http://schemas.microsoft.com/office/drawing/2014/main" id="{DABC4B11-6C9A-408D-80AA-69968702A78A}"/>
              </a:ext>
            </a:extLst>
          </p:cNvPr>
          <p:cNvCxnSpPr>
            <a:cxnSpLocks/>
            <a:stCxn id="381" idx="0"/>
            <a:endCxn id="269" idx="2"/>
          </p:cNvCxnSpPr>
          <p:nvPr/>
        </p:nvCxnSpPr>
        <p:spPr>
          <a:xfrm flipV="1">
            <a:off x="2408784" y="4928626"/>
            <a:ext cx="3311" cy="3591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844BF21-B492-48B8-BEC9-A29FAF18D436}"/>
              </a:ext>
            </a:extLst>
          </p:cNvPr>
          <p:cNvCxnSpPr>
            <a:stCxn id="389" idx="0"/>
            <a:endCxn id="228" idx="2"/>
          </p:cNvCxnSpPr>
          <p:nvPr/>
        </p:nvCxnSpPr>
        <p:spPr>
          <a:xfrm flipV="1">
            <a:off x="11992997" y="4934675"/>
            <a:ext cx="1" cy="3358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3A9A38F-9A76-4F27-BEED-4619A4BF7D39}"/>
              </a:ext>
            </a:extLst>
          </p:cNvPr>
          <p:cNvCxnSpPr>
            <a:cxnSpLocks/>
            <a:stCxn id="2" idx="3"/>
            <a:endCxn id="101" idx="1"/>
          </p:cNvCxnSpPr>
          <p:nvPr/>
        </p:nvCxnSpPr>
        <p:spPr>
          <a:xfrm flipV="1">
            <a:off x="8616772" y="5547326"/>
            <a:ext cx="6776494" cy="220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5" name="직선 연결선 1014">
            <a:extLst>
              <a:ext uri="{FF2B5EF4-FFF2-40B4-BE49-F238E27FC236}">
                <a16:creationId xmlns:a16="http://schemas.microsoft.com/office/drawing/2014/main" id="{69EDB067-7257-4009-8274-938AC33244B4}"/>
              </a:ext>
            </a:extLst>
          </p:cNvPr>
          <p:cNvCxnSpPr>
            <a:stCxn id="101" idx="2"/>
            <a:endCxn id="156" idx="0"/>
          </p:cNvCxnSpPr>
          <p:nvPr/>
        </p:nvCxnSpPr>
        <p:spPr>
          <a:xfrm flipH="1">
            <a:off x="15983880" y="5822674"/>
            <a:ext cx="4740" cy="20063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3" name="다이아몬드 362">
            <a:extLst>
              <a:ext uri="{FF2B5EF4-FFF2-40B4-BE49-F238E27FC236}">
                <a16:creationId xmlns:a16="http://schemas.microsoft.com/office/drawing/2014/main" id="{B9946AC0-2719-4C0E-B55F-3644F7AEF263}"/>
              </a:ext>
            </a:extLst>
          </p:cNvPr>
          <p:cNvSpPr/>
          <p:nvPr/>
        </p:nvSpPr>
        <p:spPr>
          <a:xfrm>
            <a:off x="15359702" y="6666209"/>
            <a:ext cx="1241582" cy="57422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분류</a:t>
            </a:r>
          </a:p>
        </p:txBody>
      </p:sp>
      <p:sp>
        <p:nvSpPr>
          <p:cNvPr id="389" name="다이아몬드 388">
            <a:extLst>
              <a:ext uri="{FF2B5EF4-FFF2-40B4-BE49-F238E27FC236}">
                <a16:creationId xmlns:a16="http://schemas.microsoft.com/office/drawing/2014/main" id="{0E68C1B2-4A14-4B98-9379-9BDFB1F3B0EB}"/>
              </a:ext>
            </a:extLst>
          </p:cNvPr>
          <p:cNvSpPr/>
          <p:nvPr/>
        </p:nvSpPr>
        <p:spPr>
          <a:xfrm>
            <a:off x="11372206" y="5270534"/>
            <a:ext cx="1241582" cy="57422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담기</a:t>
            </a:r>
          </a:p>
        </p:txBody>
      </p:sp>
      <p:sp>
        <p:nvSpPr>
          <p:cNvPr id="1020" name="TextBox 1019">
            <a:extLst>
              <a:ext uri="{FF2B5EF4-FFF2-40B4-BE49-F238E27FC236}">
                <a16:creationId xmlns:a16="http://schemas.microsoft.com/office/drawing/2014/main" id="{4F68B638-2C4A-476B-BB97-28F155ECFA07}"/>
              </a:ext>
            </a:extLst>
          </p:cNvPr>
          <p:cNvSpPr txBox="1"/>
          <p:nvPr/>
        </p:nvSpPr>
        <p:spPr>
          <a:xfrm>
            <a:off x="8059250" y="58761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BA69E9E-BB4F-49BA-81EE-E858BB1623FF}"/>
              </a:ext>
            </a:extLst>
          </p:cNvPr>
          <p:cNvSpPr txBox="1"/>
          <p:nvPr/>
        </p:nvSpPr>
        <p:spPr>
          <a:xfrm>
            <a:off x="8059250" y="717174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E0D816F-15D1-4160-BFBC-1D7DED689D4C}"/>
              </a:ext>
            </a:extLst>
          </p:cNvPr>
          <p:cNvSpPr txBox="1"/>
          <p:nvPr/>
        </p:nvSpPr>
        <p:spPr>
          <a:xfrm>
            <a:off x="7168856" y="55715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F805799-3429-433D-AB49-3CB080EA1453}"/>
              </a:ext>
            </a:extLst>
          </p:cNvPr>
          <p:cNvSpPr txBox="1"/>
          <p:nvPr/>
        </p:nvSpPr>
        <p:spPr>
          <a:xfrm>
            <a:off x="5562600" y="557154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7657D28-7F6C-41D8-8886-3EE3026A1852}"/>
              </a:ext>
            </a:extLst>
          </p:cNvPr>
          <p:cNvSpPr txBox="1"/>
          <p:nvPr/>
        </p:nvSpPr>
        <p:spPr>
          <a:xfrm>
            <a:off x="4271680" y="52038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3FF12C8-D97C-4461-85C5-68E8C6A13254}"/>
              </a:ext>
            </a:extLst>
          </p:cNvPr>
          <p:cNvSpPr txBox="1"/>
          <p:nvPr/>
        </p:nvSpPr>
        <p:spPr>
          <a:xfrm>
            <a:off x="2108753" y="50038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015BCD1-E4EC-490F-A6E9-D74B55D1B7EB}"/>
              </a:ext>
            </a:extLst>
          </p:cNvPr>
          <p:cNvSpPr txBox="1"/>
          <p:nvPr/>
        </p:nvSpPr>
        <p:spPr>
          <a:xfrm>
            <a:off x="8631383" y="5241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87F71F3-CB6E-40FF-B24E-38BAE04D26A9}"/>
              </a:ext>
            </a:extLst>
          </p:cNvPr>
          <p:cNvSpPr txBox="1"/>
          <p:nvPr/>
        </p:nvSpPr>
        <p:spPr>
          <a:xfrm>
            <a:off x="11618601" y="492537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44C8B5D-48D4-4D43-9D75-316B4D19659E}"/>
              </a:ext>
            </a:extLst>
          </p:cNvPr>
          <p:cNvSpPr txBox="1"/>
          <p:nvPr/>
        </p:nvSpPr>
        <p:spPr>
          <a:xfrm>
            <a:off x="15087895" y="52099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DD57396B-5CB2-4FBC-9DA0-9F28FDAD3ACB}"/>
              </a:ext>
            </a:extLst>
          </p:cNvPr>
          <p:cNvSpPr txBox="1"/>
          <p:nvPr/>
        </p:nvSpPr>
        <p:spPr>
          <a:xfrm>
            <a:off x="12000653" y="492537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1D672A7F-E2BD-4FB8-BF4F-F71B9E82830E}"/>
              </a:ext>
            </a:extLst>
          </p:cNvPr>
          <p:cNvSpPr txBox="1"/>
          <p:nvPr/>
        </p:nvSpPr>
        <p:spPr>
          <a:xfrm>
            <a:off x="12662175" y="77671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C04FA2D-53F6-4DDC-965F-887CCD773F6A}"/>
              </a:ext>
            </a:extLst>
          </p:cNvPr>
          <p:cNvSpPr txBox="1"/>
          <p:nvPr/>
        </p:nvSpPr>
        <p:spPr>
          <a:xfrm>
            <a:off x="15956929" y="75008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5B3DC18-1C53-44B2-8FA2-5558E6960725}"/>
              </a:ext>
            </a:extLst>
          </p:cNvPr>
          <p:cNvSpPr txBox="1"/>
          <p:nvPr/>
        </p:nvSpPr>
        <p:spPr>
          <a:xfrm>
            <a:off x="15081731" y="781562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01CEF5AC-3837-421C-8FA0-C857D725626B}"/>
              </a:ext>
            </a:extLst>
          </p:cNvPr>
          <p:cNvSpPr txBox="1"/>
          <p:nvPr/>
        </p:nvSpPr>
        <p:spPr>
          <a:xfrm>
            <a:off x="15972876" y="574378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CD5CCE34-BBFA-469C-AD6A-7FD61F56E80F}"/>
              </a:ext>
            </a:extLst>
          </p:cNvPr>
          <p:cNvCxnSpPr>
            <a:cxnSpLocks/>
            <a:stCxn id="369" idx="0"/>
            <a:endCxn id="101" idx="0"/>
          </p:cNvCxnSpPr>
          <p:nvPr/>
        </p:nvCxnSpPr>
        <p:spPr>
          <a:xfrm rot="5400000" flipH="1" flipV="1">
            <a:off x="10554528" y="-153628"/>
            <a:ext cx="8486" cy="10859697"/>
          </a:xfrm>
          <a:prstGeom prst="bentConnector3">
            <a:avLst>
              <a:gd name="adj1" fmla="val 3590086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D33FFCD3-C788-428D-9249-3CF3546354EA}"/>
              </a:ext>
            </a:extLst>
          </p:cNvPr>
          <p:cNvSpPr txBox="1"/>
          <p:nvPr/>
        </p:nvSpPr>
        <p:spPr>
          <a:xfrm>
            <a:off x="15956929" y="45155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912D581-CE47-4410-B89F-970B37927E8F}"/>
              </a:ext>
            </a:extLst>
          </p:cNvPr>
          <p:cNvSpPr txBox="1"/>
          <p:nvPr/>
        </p:nvSpPr>
        <p:spPr>
          <a:xfrm>
            <a:off x="4863784" y="500961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F6161AEB-809A-47C8-865E-013EAFAAE642}"/>
              </a:ext>
            </a:extLst>
          </p:cNvPr>
          <p:cNvCxnSpPr>
            <a:stCxn id="2" idx="0"/>
            <a:endCxn id="269" idx="0"/>
          </p:cNvCxnSpPr>
          <p:nvPr/>
        </p:nvCxnSpPr>
        <p:spPr>
          <a:xfrm rot="16200000" flipV="1">
            <a:off x="4758690" y="2031336"/>
            <a:ext cx="916135" cy="5609324"/>
          </a:xfrm>
          <a:prstGeom prst="bentConnector3">
            <a:avLst>
              <a:gd name="adj1" fmla="val 42583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CC1B43D1-B6DB-44B8-9A8B-F73CB89A552E}"/>
              </a:ext>
            </a:extLst>
          </p:cNvPr>
          <p:cNvSpPr txBox="1"/>
          <p:nvPr/>
        </p:nvSpPr>
        <p:spPr>
          <a:xfrm>
            <a:off x="7800111" y="45198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4D2F4FF-73CF-4ABB-9209-0F72F85AF510}"/>
              </a:ext>
            </a:extLst>
          </p:cNvPr>
          <p:cNvSpPr txBox="1"/>
          <p:nvPr/>
        </p:nvSpPr>
        <p:spPr>
          <a:xfrm>
            <a:off x="2378935" y="333518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682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77340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논리모델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771202B-B61D-42E5-A50D-F8DB37E0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51052"/>
              </p:ext>
            </p:extLst>
          </p:nvPr>
        </p:nvGraphicFramePr>
        <p:xfrm>
          <a:off x="2967874" y="2341119"/>
          <a:ext cx="2387600" cy="33375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회원이름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16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이메일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84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휴대폰번호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8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329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68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생년월일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85417"/>
                  </a:ext>
                </a:extLst>
              </a:tr>
            </a:tbl>
          </a:graphicData>
        </a:graphic>
      </p:graphicFrame>
      <p:graphicFrame>
        <p:nvGraphicFramePr>
          <p:cNvPr id="10" name="표 4">
            <a:extLst>
              <a:ext uri="{FF2B5EF4-FFF2-40B4-BE49-F238E27FC236}">
                <a16:creationId xmlns:a16="http://schemas.microsoft.com/office/drawing/2014/main" id="{FB300864-BA8B-428A-8F63-AD9A193AC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191914"/>
              </p:ext>
            </p:extLst>
          </p:nvPr>
        </p:nvGraphicFramePr>
        <p:xfrm>
          <a:off x="15210674" y="6687710"/>
          <a:ext cx="2387600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</a:tbl>
          </a:graphicData>
        </a:graphic>
      </p:graphicFrame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95BC988B-FA0F-4283-86D9-FFF3FFB56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314830"/>
              </p:ext>
            </p:extLst>
          </p:nvPr>
        </p:nvGraphicFramePr>
        <p:xfrm>
          <a:off x="11129740" y="6687710"/>
          <a:ext cx="2387600" cy="14833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168024"/>
                  </a:ext>
                </a:extLst>
              </a:tr>
            </a:tbl>
          </a:graphicData>
        </a:graphic>
      </p:graphicFrame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827ED4D5-0599-4696-9AE1-D33D8C8A2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62573"/>
              </p:ext>
            </p:extLst>
          </p:nvPr>
        </p:nvGraphicFramePr>
        <p:xfrm>
          <a:off x="11129740" y="2341119"/>
          <a:ext cx="2387600" cy="29667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상품이미지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16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상품가격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4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할인율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29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81807"/>
                  </a:ext>
                </a:extLst>
              </a:tr>
            </a:tbl>
          </a:graphicData>
        </a:graphic>
      </p:graphicFrame>
      <p:graphicFrame>
        <p:nvGraphicFramePr>
          <p:cNvPr id="13" name="표 4">
            <a:extLst>
              <a:ext uri="{FF2B5EF4-FFF2-40B4-BE49-F238E27FC236}">
                <a16:creationId xmlns:a16="http://schemas.microsoft.com/office/drawing/2014/main" id="{D47834DF-B387-4A70-8D42-0C56708DE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86735"/>
              </p:ext>
            </p:extLst>
          </p:nvPr>
        </p:nvGraphicFramePr>
        <p:xfrm>
          <a:off x="7048807" y="2341119"/>
          <a:ext cx="2387600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구매수량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16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4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0107"/>
                  </a:ext>
                </a:extLst>
              </a:tr>
            </a:tbl>
          </a:graphicData>
        </a:graphic>
      </p:graphicFrame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FE2C4EF8-F856-4AA1-B598-1DA20E544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975306"/>
              </p:ext>
            </p:extLst>
          </p:nvPr>
        </p:nvGraphicFramePr>
        <p:xfrm>
          <a:off x="7048807" y="6687710"/>
          <a:ext cx="2387600" cy="33375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배송지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배송지코드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받는사람이름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16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받는사람휴대폰번호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4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배송비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29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요청사항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8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57900"/>
                  </a:ext>
                </a:extLst>
              </a:tr>
            </a:tbl>
          </a:graphicData>
        </a:graphic>
      </p:graphicFrame>
      <p:graphicFrame>
        <p:nvGraphicFramePr>
          <p:cNvPr id="16" name="표 4">
            <a:extLst>
              <a:ext uri="{FF2B5EF4-FFF2-40B4-BE49-F238E27FC236}">
                <a16:creationId xmlns:a16="http://schemas.microsoft.com/office/drawing/2014/main" id="{33AEDE8A-C0EA-42DE-A2FF-C1E20AF0E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33360"/>
              </p:ext>
            </p:extLst>
          </p:nvPr>
        </p:nvGraphicFramePr>
        <p:xfrm>
          <a:off x="15210674" y="1273681"/>
          <a:ext cx="2387600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장바구니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장바구니코드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상품코드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16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44851"/>
                  </a:ext>
                </a:extLst>
              </a:tr>
            </a:tbl>
          </a:graphicData>
        </a:graphic>
      </p:graphicFrame>
      <p:graphicFrame>
        <p:nvGraphicFramePr>
          <p:cNvPr id="18" name="표 4">
            <a:extLst>
              <a:ext uri="{FF2B5EF4-FFF2-40B4-BE49-F238E27FC236}">
                <a16:creationId xmlns:a16="http://schemas.microsoft.com/office/drawing/2014/main" id="{9D7B8B01-1908-4AAF-8583-A05451420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7237"/>
              </p:ext>
            </p:extLst>
          </p:nvPr>
        </p:nvGraphicFramePr>
        <p:xfrm>
          <a:off x="594413" y="6969650"/>
          <a:ext cx="2387600" cy="25958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49047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1:1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4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게시글번호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글제목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0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글내용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16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4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29962"/>
                  </a:ext>
                </a:extLst>
              </a:tr>
            </a:tbl>
          </a:graphicData>
        </a:graphic>
      </p:graphicFrame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C4ADB5AD-EB05-4A32-AF20-CC380B97A4FA}"/>
              </a:ext>
            </a:extLst>
          </p:cNvPr>
          <p:cNvCxnSpPr>
            <a:cxnSpLocks/>
            <a:endCxn id="18" idx="0"/>
          </p:cNvCxnSpPr>
          <p:nvPr/>
        </p:nvCxnSpPr>
        <p:spPr>
          <a:xfrm rot="5400000">
            <a:off x="312369" y="4002106"/>
            <a:ext cx="4443388" cy="1491700"/>
          </a:xfrm>
          <a:prstGeom prst="bentConnector3">
            <a:avLst>
              <a:gd name="adj1" fmla="val -18"/>
            </a:avLst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7022A79-E58B-4522-95AB-03CFED63B6C1}"/>
              </a:ext>
            </a:extLst>
          </p:cNvPr>
          <p:cNvCxnSpPr/>
          <p:nvPr/>
        </p:nvCxnSpPr>
        <p:spPr>
          <a:xfrm>
            <a:off x="2799259" y="2341119"/>
            <a:ext cx="0" cy="345627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628B631-B25A-46DD-A860-CBB43291875A}"/>
              </a:ext>
            </a:extLst>
          </p:cNvPr>
          <p:cNvGrpSpPr/>
          <p:nvPr/>
        </p:nvGrpSpPr>
        <p:grpSpPr>
          <a:xfrm>
            <a:off x="5355474" y="2299583"/>
            <a:ext cx="1749045" cy="453355"/>
            <a:chOff x="5528015" y="1403537"/>
            <a:chExt cx="1749045" cy="453355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305A264B-567A-4E0E-8DB1-EAC7B965A8CD}"/>
                </a:ext>
              </a:extLst>
            </p:cNvPr>
            <p:cNvCxnSpPr/>
            <p:nvPr/>
          </p:nvCxnSpPr>
          <p:spPr>
            <a:xfrm flipH="1">
              <a:off x="5528015" y="1630215"/>
              <a:ext cx="1693333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E9D6EDE-9985-4698-BB2E-5420DC3B029E}"/>
                </a:ext>
              </a:extLst>
            </p:cNvPr>
            <p:cNvCxnSpPr/>
            <p:nvPr/>
          </p:nvCxnSpPr>
          <p:spPr>
            <a:xfrm>
              <a:off x="5715000" y="1445073"/>
              <a:ext cx="0" cy="345627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12B81E54-350A-4DD2-972E-49B114E874CD}"/>
                </a:ext>
              </a:extLst>
            </p:cNvPr>
            <p:cNvGrpSpPr/>
            <p:nvPr/>
          </p:nvGrpSpPr>
          <p:grpSpPr>
            <a:xfrm rot="16200000">
              <a:off x="6759042" y="1338874"/>
              <a:ext cx="453355" cy="582681"/>
              <a:chOff x="5852418" y="5371420"/>
              <a:chExt cx="561085" cy="721142"/>
            </a:xfrm>
          </p:grpSpPr>
          <p:sp>
            <p:nvSpPr>
              <p:cNvPr id="35" name="이등변 삼각형 34">
                <a:extLst>
                  <a:ext uri="{FF2B5EF4-FFF2-40B4-BE49-F238E27FC236}">
                    <a16:creationId xmlns:a16="http://schemas.microsoft.com/office/drawing/2014/main" id="{D665C149-B65A-4981-8B8F-699ABDF43D4C}"/>
                  </a:ext>
                </a:extLst>
              </p:cNvPr>
              <p:cNvSpPr/>
              <p:nvPr/>
            </p:nvSpPr>
            <p:spPr>
              <a:xfrm>
                <a:off x="5942460" y="5695858"/>
                <a:ext cx="381000" cy="396704"/>
              </a:xfrm>
              <a:prstGeom prst="triangle">
                <a:avLst/>
              </a:prstGeom>
              <a:noFill/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ECCD7922-BAFD-455F-83E2-A1B660333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418" y="5695858"/>
                <a:ext cx="561085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E5959803-9F0E-41F3-B630-5827D73468EC}"/>
                  </a:ext>
                </a:extLst>
              </p:cNvPr>
              <p:cNvSpPr/>
              <p:nvPr/>
            </p:nvSpPr>
            <p:spPr>
              <a:xfrm>
                <a:off x="5976055" y="5371420"/>
                <a:ext cx="314514" cy="314514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23E546F-FB45-4632-BD73-6565F29F7871}"/>
              </a:ext>
            </a:extLst>
          </p:cNvPr>
          <p:cNvGrpSpPr/>
          <p:nvPr/>
        </p:nvGrpSpPr>
        <p:grpSpPr>
          <a:xfrm>
            <a:off x="1561535" y="6396369"/>
            <a:ext cx="453355" cy="582681"/>
            <a:chOff x="5852418" y="5371420"/>
            <a:chExt cx="561085" cy="721142"/>
          </a:xfrm>
        </p:grpSpPr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A895697E-B08B-4DD8-99DA-5313DF956DE1}"/>
                </a:ext>
              </a:extLst>
            </p:cNvPr>
            <p:cNvSpPr/>
            <p:nvPr/>
          </p:nvSpPr>
          <p:spPr>
            <a:xfrm>
              <a:off x="5942460" y="5695858"/>
              <a:ext cx="381000" cy="396704"/>
            </a:xfrm>
            <a:prstGeom prst="triangl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A3907666-898C-40EC-B5F2-510CBAFE5FEC}"/>
                </a:ext>
              </a:extLst>
            </p:cNvPr>
            <p:cNvCxnSpPr>
              <a:cxnSpLocks/>
            </p:cNvCxnSpPr>
            <p:nvPr/>
          </p:nvCxnSpPr>
          <p:spPr>
            <a:xfrm>
              <a:off x="5852418" y="5695858"/>
              <a:ext cx="561085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9CD39B3-F5A7-4FF3-B45E-517E5A4CF2F2}"/>
                </a:ext>
              </a:extLst>
            </p:cNvPr>
            <p:cNvSpPr/>
            <p:nvPr/>
          </p:nvSpPr>
          <p:spPr>
            <a:xfrm>
              <a:off x="5976055" y="5371420"/>
              <a:ext cx="314514" cy="314514"/>
            </a:xfrm>
            <a:prstGeom prst="ellips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118EC3E-EA6C-46AC-8289-783D44E10DC1}"/>
              </a:ext>
            </a:extLst>
          </p:cNvPr>
          <p:cNvGrpSpPr/>
          <p:nvPr/>
        </p:nvGrpSpPr>
        <p:grpSpPr>
          <a:xfrm>
            <a:off x="8057059" y="4566159"/>
            <a:ext cx="381000" cy="2121551"/>
            <a:chOff x="8229600" y="3880887"/>
            <a:chExt cx="381000" cy="2121551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DC2A91E-095D-4688-8BC5-0F26CDC79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15148" y="3880887"/>
              <a:ext cx="0" cy="2121551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5CE7F3E-02E5-4E18-B845-675A0A17E323}"/>
                </a:ext>
              </a:extLst>
            </p:cNvPr>
            <p:cNvCxnSpPr/>
            <p:nvPr/>
          </p:nvCxnSpPr>
          <p:spPr>
            <a:xfrm>
              <a:off x="8229600" y="4027865"/>
              <a:ext cx="381000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C2F14884-D61E-4DB8-A1B2-49194885A1FE}"/>
                </a:ext>
              </a:extLst>
            </p:cNvPr>
            <p:cNvCxnSpPr/>
            <p:nvPr/>
          </p:nvCxnSpPr>
          <p:spPr>
            <a:xfrm>
              <a:off x="8229600" y="5856035"/>
              <a:ext cx="381000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734D11F-4365-46F4-8BE0-C26B449AF2EF}"/>
              </a:ext>
            </a:extLst>
          </p:cNvPr>
          <p:cNvGrpSpPr/>
          <p:nvPr/>
        </p:nvGrpSpPr>
        <p:grpSpPr>
          <a:xfrm>
            <a:off x="9428659" y="2299583"/>
            <a:ext cx="1693333" cy="453355"/>
            <a:chOff x="9601200" y="1403537"/>
            <a:chExt cx="1693333" cy="453355"/>
          </a:xfrm>
        </p:grpSpPr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DC928988-E7D9-4C72-A1EB-865D87BE9BE7}"/>
                </a:ext>
              </a:extLst>
            </p:cNvPr>
            <p:cNvCxnSpPr/>
            <p:nvPr/>
          </p:nvCxnSpPr>
          <p:spPr>
            <a:xfrm rot="10800000" flipH="1">
              <a:off x="9601200" y="1630214"/>
              <a:ext cx="1693333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0EE36075-7F06-449F-AA2E-3D170A6BCF57}"/>
                </a:ext>
              </a:extLst>
            </p:cNvPr>
            <p:cNvCxnSpPr/>
            <p:nvPr/>
          </p:nvCxnSpPr>
          <p:spPr>
            <a:xfrm rot="10800000">
              <a:off x="11163260" y="1469729"/>
              <a:ext cx="0" cy="345627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32AC4280-3EF9-4E45-BE0C-2C0CA6B9DD20}"/>
                </a:ext>
              </a:extLst>
            </p:cNvPr>
            <p:cNvGrpSpPr/>
            <p:nvPr/>
          </p:nvGrpSpPr>
          <p:grpSpPr>
            <a:xfrm rot="5400000">
              <a:off x="9665863" y="1338874"/>
              <a:ext cx="453355" cy="582681"/>
              <a:chOff x="5852418" y="5371420"/>
              <a:chExt cx="561085" cy="721142"/>
            </a:xfrm>
          </p:grpSpPr>
          <p:sp>
            <p:nvSpPr>
              <p:cNvPr id="56" name="이등변 삼각형 55">
                <a:extLst>
                  <a:ext uri="{FF2B5EF4-FFF2-40B4-BE49-F238E27FC236}">
                    <a16:creationId xmlns:a16="http://schemas.microsoft.com/office/drawing/2014/main" id="{77A3ADAF-11A3-45FB-800F-F8009F2AEAE2}"/>
                  </a:ext>
                </a:extLst>
              </p:cNvPr>
              <p:cNvSpPr/>
              <p:nvPr/>
            </p:nvSpPr>
            <p:spPr>
              <a:xfrm>
                <a:off x="5942460" y="5695858"/>
                <a:ext cx="381000" cy="396704"/>
              </a:xfrm>
              <a:prstGeom prst="triangle">
                <a:avLst/>
              </a:prstGeom>
              <a:noFill/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3E578253-8D3D-4621-AD1A-71AC473D66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418" y="5695858"/>
                <a:ext cx="561085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6250A8BE-D066-4F96-B4AC-44DF5EEEC8DA}"/>
                  </a:ext>
                </a:extLst>
              </p:cNvPr>
              <p:cNvSpPr/>
              <p:nvPr/>
            </p:nvSpPr>
            <p:spPr>
              <a:xfrm>
                <a:off x="5976055" y="5371420"/>
                <a:ext cx="314514" cy="314514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2208C7C-9CA3-4F17-819F-D1EE216AD6BC}"/>
              </a:ext>
            </a:extLst>
          </p:cNvPr>
          <p:cNvGrpSpPr/>
          <p:nvPr/>
        </p:nvGrpSpPr>
        <p:grpSpPr>
          <a:xfrm>
            <a:off x="13495452" y="6650496"/>
            <a:ext cx="1715221" cy="453355"/>
            <a:chOff x="9601199" y="1403537"/>
            <a:chExt cx="1715221" cy="453355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74F16624-C4E7-44A6-8D14-CD49D0CAED8B}"/>
                </a:ext>
              </a:extLst>
            </p:cNvPr>
            <p:cNvCxnSpPr/>
            <p:nvPr/>
          </p:nvCxnSpPr>
          <p:spPr>
            <a:xfrm rot="10800000" flipH="1">
              <a:off x="9623087" y="1630214"/>
              <a:ext cx="1693333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82F90EEC-1404-4A34-9030-72FC24B3AAC4}"/>
                </a:ext>
              </a:extLst>
            </p:cNvPr>
            <p:cNvCxnSpPr/>
            <p:nvPr/>
          </p:nvCxnSpPr>
          <p:spPr>
            <a:xfrm rot="10800000">
              <a:off x="11163260" y="1469729"/>
              <a:ext cx="0" cy="345627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1098694D-7F2C-4691-9E54-2617B78B0E0D}"/>
                </a:ext>
              </a:extLst>
            </p:cNvPr>
            <p:cNvGrpSpPr/>
            <p:nvPr/>
          </p:nvGrpSpPr>
          <p:grpSpPr>
            <a:xfrm rot="5400000">
              <a:off x="9534789" y="1469947"/>
              <a:ext cx="453355" cy="320536"/>
              <a:chOff x="5852418" y="5695858"/>
              <a:chExt cx="561085" cy="396704"/>
            </a:xfrm>
          </p:grpSpPr>
          <p:sp>
            <p:nvSpPr>
              <p:cNvPr id="67" name="이등변 삼각형 66">
                <a:extLst>
                  <a:ext uri="{FF2B5EF4-FFF2-40B4-BE49-F238E27FC236}">
                    <a16:creationId xmlns:a16="http://schemas.microsoft.com/office/drawing/2014/main" id="{605B4F32-3829-41DB-BA40-CBC3D558C657}"/>
                  </a:ext>
                </a:extLst>
              </p:cNvPr>
              <p:cNvSpPr/>
              <p:nvPr/>
            </p:nvSpPr>
            <p:spPr>
              <a:xfrm>
                <a:off x="5942460" y="5695858"/>
                <a:ext cx="381000" cy="396704"/>
              </a:xfrm>
              <a:prstGeom prst="triangle">
                <a:avLst/>
              </a:prstGeom>
              <a:noFill/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3F3A5198-9721-4CC0-9D8A-3DDC95D33C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418" y="5695858"/>
                <a:ext cx="561085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A61FE263-7BA3-4EAE-8563-44575D5FF041}"/>
              </a:ext>
            </a:extLst>
          </p:cNvPr>
          <p:cNvGrpSpPr/>
          <p:nvPr/>
        </p:nvGrpSpPr>
        <p:grpSpPr>
          <a:xfrm rot="5400000">
            <a:off x="11626252" y="5778453"/>
            <a:ext cx="1394582" cy="453355"/>
            <a:chOff x="9601199" y="1403537"/>
            <a:chExt cx="1394582" cy="453355"/>
          </a:xfrm>
        </p:grpSpPr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BA2E935-53C3-4BCF-B8E0-C19BBC4DF53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0298489" y="932924"/>
              <a:ext cx="2" cy="1394582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1D92129-A49E-4EB0-99B5-9EBB96B275B5}"/>
                </a:ext>
              </a:extLst>
            </p:cNvPr>
            <p:cNvCxnSpPr/>
            <p:nvPr/>
          </p:nvCxnSpPr>
          <p:spPr>
            <a:xfrm rot="10800000">
              <a:off x="10875700" y="1469729"/>
              <a:ext cx="0" cy="345627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DFCCF988-7FE2-44A3-B5DE-2F28D3AB5544}"/>
                </a:ext>
              </a:extLst>
            </p:cNvPr>
            <p:cNvGrpSpPr/>
            <p:nvPr/>
          </p:nvGrpSpPr>
          <p:grpSpPr>
            <a:xfrm rot="5400000">
              <a:off x="9665863" y="1338874"/>
              <a:ext cx="453355" cy="582681"/>
              <a:chOff x="5852418" y="5371420"/>
              <a:chExt cx="561085" cy="721142"/>
            </a:xfrm>
          </p:grpSpPr>
          <p:sp>
            <p:nvSpPr>
              <p:cNvPr id="74" name="이등변 삼각형 73">
                <a:extLst>
                  <a:ext uri="{FF2B5EF4-FFF2-40B4-BE49-F238E27FC236}">
                    <a16:creationId xmlns:a16="http://schemas.microsoft.com/office/drawing/2014/main" id="{4B6AB049-A9D9-4738-8DB9-5BF51E32E70C}"/>
                  </a:ext>
                </a:extLst>
              </p:cNvPr>
              <p:cNvSpPr/>
              <p:nvPr/>
            </p:nvSpPr>
            <p:spPr>
              <a:xfrm>
                <a:off x="5942460" y="5695858"/>
                <a:ext cx="381000" cy="396704"/>
              </a:xfrm>
              <a:prstGeom prst="triangle">
                <a:avLst/>
              </a:prstGeom>
              <a:noFill/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D3989600-C1BC-4180-917B-FD49090AF5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418" y="5695858"/>
                <a:ext cx="561085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188CC5A7-00DA-471E-8D83-7D32625C81DA}"/>
                  </a:ext>
                </a:extLst>
              </p:cNvPr>
              <p:cNvSpPr/>
              <p:nvPr/>
            </p:nvSpPr>
            <p:spPr>
              <a:xfrm>
                <a:off x="5976055" y="5371420"/>
                <a:ext cx="314514" cy="314514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cxnSp>
        <p:nvCxnSpPr>
          <p:cNvPr id="960" name="연결선: 꺾임 959">
            <a:extLst>
              <a:ext uri="{FF2B5EF4-FFF2-40B4-BE49-F238E27FC236}">
                <a16:creationId xmlns:a16="http://schemas.microsoft.com/office/drawing/2014/main" id="{80E4009E-C542-407B-BAE1-B9F9BC0CEEC3}"/>
              </a:ext>
            </a:extLst>
          </p:cNvPr>
          <p:cNvCxnSpPr>
            <a:cxnSpLocks/>
            <a:endCxn id="4" idx="0"/>
          </p:cNvCxnSpPr>
          <p:nvPr/>
        </p:nvCxnSpPr>
        <p:spPr>
          <a:xfrm rot="10800000" flipV="1">
            <a:off x="4161675" y="1474633"/>
            <a:ext cx="11210585" cy="866485"/>
          </a:xfrm>
          <a:prstGeom prst="bentConnector2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B44F403-6BE2-4937-B1E1-AE5E60B4DF5B}"/>
              </a:ext>
            </a:extLst>
          </p:cNvPr>
          <p:cNvCxnSpPr/>
          <p:nvPr/>
        </p:nvCxnSpPr>
        <p:spPr>
          <a:xfrm>
            <a:off x="3971174" y="2200781"/>
            <a:ext cx="381000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8ECC5CC-66A5-409F-A60F-625FB7AF291B}"/>
              </a:ext>
            </a:extLst>
          </p:cNvPr>
          <p:cNvGrpSpPr/>
          <p:nvPr/>
        </p:nvGrpSpPr>
        <p:grpSpPr>
          <a:xfrm rot="16200000">
            <a:off x="14692655" y="1180279"/>
            <a:ext cx="453355" cy="582681"/>
            <a:chOff x="5852418" y="5371420"/>
            <a:chExt cx="561085" cy="721142"/>
          </a:xfrm>
        </p:grpSpPr>
        <p:sp>
          <p:nvSpPr>
            <p:cNvPr id="83" name="이등변 삼각형 82">
              <a:extLst>
                <a:ext uri="{FF2B5EF4-FFF2-40B4-BE49-F238E27FC236}">
                  <a16:creationId xmlns:a16="http://schemas.microsoft.com/office/drawing/2014/main" id="{09049161-957A-4069-8565-FD6181C5B3D9}"/>
                </a:ext>
              </a:extLst>
            </p:cNvPr>
            <p:cNvSpPr/>
            <p:nvPr/>
          </p:nvSpPr>
          <p:spPr>
            <a:xfrm>
              <a:off x="5942460" y="5695858"/>
              <a:ext cx="381000" cy="396704"/>
            </a:xfrm>
            <a:prstGeom prst="triangl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26728F6A-36D8-48ED-9CBB-F6A8CC88252C}"/>
                </a:ext>
              </a:extLst>
            </p:cNvPr>
            <p:cNvCxnSpPr>
              <a:cxnSpLocks/>
            </p:cNvCxnSpPr>
            <p:nvPr/>
          </p:nvCxnSpPr>
          <p:spPr>
            <a:xfrm>
              <a:off x="5852418" y="5695858"/>
              <a:ext cx="561085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5EE172C-2F48-40AA-A469-A12BB806590C}"/>
                </a:ext>
              </a:extLst>
            </p:cNvPr>
            <p:cNvSpPr/>
            <p:nvPr/>
          </p:nvSpPr>
          <p:spPr>
            <a:xfrm>
              <a:off x="5976055" y="5371420"/>
              <a:ext cx="314514" cy="314514"/>
            </a:xfrm>
            <a:prstGeom prst="ellips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66" name="연결선: 꺾임 965">
            <a:extLst>
              <a:ext uri="{FF2B5EF4-FFF2-40B4-BE49-F238E27FC236}">
                <a16:creationId xmlns:a16="http://schemas.microsoft.com/office/drawing/2014/main" id="{6A5DF81C-725D-489A-8AAD-98C3E0C59675}"/>
              </a:ext>
            </a:extLst>
          </p:cNvPr>
          <p:cNvCxnSpPr>
            <a:endCxn id="16" idx="2"/>
          </p:cNvCxnSpPr>
          <p:nvPr/>
        </p:nvCxnSpPr>
        <p:spPr>
          <a:xfrm flipV="1">
            <a:off x="13517340" y="3127881"/>
            <a:ext cx="2887134" cy="696598"/>
          </a:xfrm>
          <a:prstGeom prst="bentConnector2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68" name="직선 연결선 967">
            <a:extLst>
              <a:ext uri="{FF2B5EF4-FFF2-40B4-BE49-F238E27FC236}">
                <a16:creationId xmlns:a16="http://schemas.microsoft.com/office/drawing/2014/main" id="{812F7070-FBCD-40F6-A44A-3E8424DFBFDA}"/>
              </a:ext>
            </a:extLst>
          </p:cNvPr>
          <p:cNvCxnSpPr/>
          <p:nvPr/>
        </p:nvCxnSpPr>
        <p:spPr>
          <a:xfrm>
            <a:off x="13655719" y="3686301"/>
            <a:ext cx="0" cy="314199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9705FF25-090A-426D-899C-D0EAACDB41E2}"/>
              </a:ext>
            </a:extLst>
          </p:cNvPr>
          <p:cNvGrpSpPr/>
          <p:nvPr/>
        </p:nvGrpSpPr>
        <p:grpSpPr>
          <a:xfrm rot="10800000">
            <a:off x="16177794" y="3127881"/>
            <a:ext cx="453355" cy="582681"/>
            <a:chOff x="5852418" y="5371420"/>
            <a:chExt cx="561085" cy="721142"/>
          </a:xfrm>
        </p:grpSpPr>
        <p:sp>
          <p:nvSpPr>
            <p:cNvPr id="95" name="이등변 삼각형 94">
              <a:extLst>
                <a:ext uri="{FF2B5EF4-FFF2-40B4-BE49-F238E27FC236}">
                  <a16:creationId xmlns:a16="http://schemas.microsoft.com/office/drawing/2014/main" id="{F94ABE1E-3410-4D9B-8B0A-092FC0C182D8}"/>
                </a:ext>
              </a:extLst>
            </p:cNvPr>
            <p:cNvSpPr/>
            <p:nvPr/>
          </p:nvSpPr>
          <p:spPr>
            <a:xfrm>
              <a:off x="5942460" y="5695858"/>
              <a:ext cx="381000" cy="396704"/>
            </a:xfrm>
            <a:prstGeom prst="triangl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1EDC191-EE06-4271-8AD0-C281C2EB22EE}"/>
                </a:ext>
              </a:extLst>
            </p:cNvPr>
            <p:cNvCxnSpPr>
              <a:cxnSpLocks/>
            </p:cNvCxnSpPr>
            <p:nvPr/>
          </p:nvCxnSpPr>
          <p:spPr>
            <a:xfrm>
              <a:off x="5852418" y="5695858"/>
              <a:ext cx="561085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371C2FC1-5070-48C2-85B6-70A313DF6162}"/>
                </a:ext>
              </a:extLst>
            </p:cNvPr>
            <p:cNvSpPr/>
            <p:nvPr/>
          </p:nvSpPr>
          <p:spPr>
            <a:xfrm>
              <a:off x="5976055" y="5371420"/>
              <a:ext cx="314514" cy="314514"/>
            </a:xfrm>
            <a:prstGeom prst="ellips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552FC3F2-7237-406A-9AB7-19DD34027209}"/>
              </a:ext>
            </a:extLst>
          </p:cNvPr>
          <p:cNvCxnSpPr/>
          <p:nvPr/>
        </p:nvCxnSpPr>
        <p:spPr>
          <a:xfrm>
            <a:off x="4161675" y="5678679"/>
            <a:ext cx="2887132" cy="1198494"/>
          </a:xfrm>
          <a:prstGeom prst="bentConnector3">
            <a:avLst>
              <a:gd name="adj1" fmla="val -32"/>
            </a:avLst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59BBFAF-4696-444E-B2F9-9900C0CA2804}"/>
              </a:ext>
            </a:extLst>
          </p:cNvPr>
          <p:cNvCxnSpPr/>
          <p:nvPr/>
        </p:nvCxnSpPr>
        <p:spPr>
          <a:xfrm>
            <a:off x="3971174" y="5829300"/>
            <a:ext cx="381000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DCCBCBE-F60E-4C28-A392-289DF7129DA5}"/>
              </a:ext>
            </a:extLst>
          </p:cNvPr>
          <p:cNvGrpSpPr/>
          <p:nvPr/>
        </p:nvGrpSpPr>
        <p:grpSpPr>
          <a:xfrm rot="16200000">
            <a:off x="6530359" y="6585834"/>
            <a:ext cx="453355" cy="582681"/>
            <a:chOff x="5852418" y="5371420"/>
            <a:chExt cx="561085" cy="721142"/>
          </a:xfrm>
        </p:grpSpPr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41F198FB-04E8-4BA8-9524-53513B942963}"/>
                </a:ext>
              </a:extLst>
            </p:cNvPr>
            <p:cNvSpPr/>
            <p:nvPr/>
          </p:nvSpPr>
          <p:spPr>
            <a:xfrm>
              <a:off x="5942460" y="5695858"/>
              <a:ext cx="381000" cy="396704"/>
            </a:xfrm>
            <a:prstGeom prst="triangl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4E65B4FB-72E6-4FA4-922B-CACAEBC44CDD}"/>
                </a:ext>
              </a:extLst>
            </p:cNvPr>
            <p:cNvCxnSpPr>
              <a:cxnSpLocks/>
            </p:cNvCxnSpPr>
            <p:nvPr/>
          </p:nvCxnSpPr>
          <p:spPr>
            <a:xfrm>
              <a:off x="5852418" y="5695858"/>
              <a:ext cx="561085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5EC6E8C-FECD-424C-874A-B879B979E87F}"/>
                </a:ext>
              </a:extLst>
            </p:cNvPr>
            <p:cNvSpPr/>
            <p:nvPr/>
          </p:nvSpPr>
          <p:spPr>
            <a:xfrm>
              <a:off x="5976055" y="5371420"/>
              <a:ext cx="314514" cy="314514"/>
            </a:xfrm>
            <a:prstGeom prst="ellipse">
              <a:avLst/>
            </a:prstGeom>
            <a:noFill/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902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61057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테이블  명세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FE77301-4AC9-46B2-A325-D9D558DCF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245864"/>
              </p:ext>
            </p:extLst>
          </p:nvPr>
        </p:nvGraphicFramePr>
        <p:xfrm>
          <a:off x="1143000" y="1943100"/>
          <a:ext cx="13106401" cy="3905250"/>
        </p:xfrm>
        <a:graphic>
          <a:graphicData uri="http://schemas.openxmlformats.org/drawingml/2006/table">
            <a:tbl>
              <a:tblPr/>
              <a:tblGrid>
                <a:gridCol w="2449976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7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2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5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9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member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m_pw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m_name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42245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m_email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varchar(30)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YES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87150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휴대폰번호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m_phoneNum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297414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m_address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27790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m_gender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tinyint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unsigned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459092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생년월일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m_birthday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date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883396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2B2D69-0C54-42C1-8FEF-AC7F27337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382688"/>
              </p:ext>
            </p:extLst>
          </p:nvPr>
        </p:nvGraphicFramePr>
        <p:xfrm>
          <a:off x="1143000" y="6351270"/>
          <a:ext cx="13106401" cy="3124200"/>
        </p:xfrm>
        <a:graphic>
          <a:graphicData uri="http://schemas.openxmlformats.org/drawingml/2006/table">
            <a:tbl>
              <a:tblPr/>
              <a:tblGrid>
                <a:gridCol w="2449976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7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2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5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9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board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1:1</a:t>
                      </a: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게시글번호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auto_inc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글제목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b_title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varchar(40)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글내용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b_content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text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42245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b_author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87150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b_date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date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current_date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297414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277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87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61057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테이블  명세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FE77301-4AC9-46B2-A325-D9D558DCF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620165"/>
              </p:ext>
            </p:extLst>
          </p:nvPr>
        </p:nvGraphicFramePr>
        <p:xfrm>
          <a:off x="1143000" y="1924540"/>
          <a:ext cx="13106400" cy="1562100"/>
        </p:xfrm>
        <a:graphic>
          <a:graphicData uri="http://schemas.openxmlformats.org/drawingml/2006/table">
            <a:tbl>
              <a:tblPr/>
              <a:tblGrid>
                <a:gridCol w="2449977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7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1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5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8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category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auto_inc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c_name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2B2D69-0C54-42C1-8FEF-AC7F27337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337585"/>
              </p:ext>
            </p:extLst>
          </p:nvPr>
        </p:nvGraphicFramePr>
        <p:xfrm>
          <a:off x="1143000" y="7256730"/>
          <a:ext cx="13106400" cy="2343150"/>
        </p:xfrm>
        <a:graphic>
          <a:graphicData uri="http://schemas.openxmlformats.org/drawingml/2006/table">
            <a:tbl>
              <a:tblPr/>
              <a:tblGrid>
                <a:gridCol w="2449977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7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1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5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8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cart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장바구니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장바구니코드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cart_id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auto_inc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cart_quatity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tinyint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unsigned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42245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m_id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87150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5DD407D-431E-4606-A748-9E3D21FC7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253953"/>
              </p:ext>
            </p:extLst>
          </p:nvPr>
        </p:nvGraphicFramePr>
        <p:xfrm>
          <a:off x="1143000" y="4395373"/>
          <a:ext cx="13106400" cy="1952625"/>
        </p:xfrm>
        <a:graphic>
          <a:graphicData uri="http://schemas.openxmlformats.org/drawingml/2006/table">
            <a:tbl>
              <a:tblPr/>
              <a:tblGrid>
                <a:gridCol w="2449977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7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1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5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8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subcategory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auto_inc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s_name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869015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대분류코드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303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61057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테이블  명세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FE77301-4AC9-46B2-A325-D9D558DCF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867074"/>
              </p:ext>
            </p:extLst>
          </p:nvPr>
        </p:nvGraphicFramePr>
        <p:xfrm>
          <a:off x="1143000" y="1963132"/>
          <a:ext cx="13106400" cy="2733675"/>
        </p:xfrm>
        <a:graphic>
          <a:graphicData uri="http://schemas.openxmlformats.org/drawingml/2006/table">
            <a:tbl>
              <a:tblPr/>
              <a:tblGrid>
                <a:gridCol w="2449977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8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2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5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5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4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9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orders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auto_inc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o_date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date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current_date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o_quatity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tinyint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42245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m_id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87150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297414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2B2D69-0C54-42C1-8FEF-AC7F27337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575670"/>
              </p:ext>
            </p:extLst>
          </p:nvPr>
        </p:nvGraphicFramePr>
        <p:xfrm>
          <a:off x="1143000" y="5469676"/>
          <a:ext cx="13106400" cy="3905250"/>
        </p:xfrm>
        <a:graphic>
          <a:graphicData uri="http://schemas.openxmlformats.org/drawingml/2006/table">
            <a:tbl>
              <a:tblPr/>
              <a:tblGrid>
                <a:gridCol w="2449977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8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2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5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5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4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9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delivery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배송지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배송지코드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auto_inc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구매코드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unique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7785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받는사람이름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d_name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251057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받는사람휴대폰번호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d_phoneNum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d_address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varchar(50)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42245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배송비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d_money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87150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요청사항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d_request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varchar(50)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297414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회원아이디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m_id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varchar(20)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277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550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61057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테이블  명세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FE77301-4AC9-46B2-A325-D9D558DCF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609804"/>
              </p:ext>
            </p:extLst>
          </p:nvPr>
        </p:nvGraphicFramePr>
        <p:xfrm>
          <a:off x="1143001" y="1963132"/>
          <a:ext cx="13106400" cy="3514725"/>
        </p:xfrm>
        <a:graphic>
          <a:graphicData uri="http://schemas.openxmlformats.org/drawingml/2006/table">
            <a:tbl>
              <a:tblPr/>
              <a:tblGrid>
                <a:gridCol w="2449977">
                  <a:extLst>
                    <a:ext uri="{9D8B030D-6E8A-4147-A177-3AD203B41FA5}">
                      <a16:colId xmlns:a16="http://schemas.microsoft.com/office/drawing/2014/main" val="1241426637"/>
                    </a:ext>
                  </a:extLst>
                </a:gridCol>
                <a:gridCol w="2351288">
                  <a:extLst>
                    <a:ext uri="{9D8B030D-6E8A-4147-A177-3AD203B41FA5}">
                      <a16:colId xmlns:a16="http://schemas.microsoft.com/office/drawing/2014/main" val="3361416489"/>
                    </a:ext>
                  </a:extLst>
                </a:gridCol>
                <a:gridCol w="2337540">
                  <a:extLst>
                    <a:ext uri="{9D8B030D-6E8A-4147-A177-3AD203B41FA5}">
                      <a16:colId xmlns:a16="http://schemas.microsoft.com/office/drawing/2014/main" val="2242101320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1251982901"/>
                    </a:ext>
                  </a:extLst>
                </a:gridCol>
                <a:gridCol w="1512526">
                  <a:extLst>
                    <a:ext uri="{9D8B030D-6E8A-4147-A177-3AD203B41FA5}">
                      <a16:colId xmlns:a16="http://schemas.microsoft.com/office/drawing/2014/main" val="806298737"/>
                    </a:ext>
                  </a:extLst>
                </a:gridCol>
                <a:gridCol w="1540025">
                  <a:extLst>
                    <a:ext uri="{9D8B030D-6E8A-4147-A177-3AD203B41FA5}">
                      <a16:colId xmlns:a16="http://schemas.microsoft.com/office/drawing/2014/main" val="3405610151"/>
                    </a:ext>
                  </a:extLst>
                </a:gridCol>
                <a:gridCol w="1402518">
                  <a:extLst>
                    <a:ext uri="{9D8B030D-6E8A-4147-A177-3AD203B41FA5}">
                      <a16:colId xmlns:a16="http://schemas.microsoft.com/office/drawing/2014/main" val="888185019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영문명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product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한글명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9927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한글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컬럼명</a:t>
                      </a:r>
                      <a:endParaRPr 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Default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389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(PK)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auto_inc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5456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p_name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varchar(30)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42329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상품이미지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p_img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varchar(10)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882324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상품가격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p_price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47248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p_coment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varchar(50)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42245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할인율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p_discount</a:t>
                      </a:r>
                      <a:endParaRPr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Decimal(3,2)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null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887150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소분류코드</a:t>
                      </a:r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(FK)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s_id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</a:t>
                      </a:r>
                      <a:endParaRPr 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2974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86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77340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물리모델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C885087F-9A0A-4AA9-83A4-345A4325030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782" y="1099256"/>
            <a:ext cx="9582150" cy="894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76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514900" y="403138"/>
            <a:ext cx="17255915" cy="524893"/>
            <a:chOff x="514900" y="403138"/>
            <a:chExt cx="17255915" cy="52489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900" y="403138"/>
              <a:ext cx="17255915" cy="5248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773400" y="266700"/>
            <a:ext cx="260123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SQL</a:t>
            </a:r>
            <a:r>
              <a:rPr lang="ko-KR" altLang="en-US" sz="3000" b="1" kern="0" spc="-300" dirty="0">
                <a:solidFill>
                  <a:srgbClr val="532472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Pretendard" pitchFamily="34" charset="0"/>
              </a:rPr>
              <a:t>조회</a:t>
            </a:r>
            <a:endParaRPr lang="en-US" sz="3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4245" y="665585"/>
            <a:ext cx="1097337" cy="616379"/>
            <a:chOff x="1034245" y="665585"/>
            <a:chExt cx="1097337" cy="6163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45" y="665585"/>
              <a:ext cx="1097337" cy="616379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8EF9D56B-CF25-43CB-B95E-2D3DC85AEA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6" t="3559"/>
          <a:stretch/>
        </p:blipFill>
        <p:spPr>
          <a:xfrm>
            <a:off x="838200" y="2552700"/>
            <a:ext cx="7894510" cy="2076670"/>
          </a:xfrm>
          <a:prstGeom prst="rect">
            <a:avLst/>
          </a:prstGeom>
          <a:ln w="28575">
            <a:solidFill>
              <a:srgbClr val="532472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54FDE3-6981-41A9-AE16-AEB2CA325C91}"/>
              </a:ext>
            </a:extLst>
          </p:cNvPr>
          <p:cNvSpPr txBox="1"/>
          <p:nvPr/>
        </p:nvSpPr>
        <p:spPr>
          <a:xfrm>
            <a:off x="685800" y="1998712"/>
            <a:ext cx="8046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채소인 모든 상품을 출력</a:t>
            </a:r>
          </a:p>
        </p:txBody>
      </p:sp>
    </p:spTree>
    <p:extLst>
      <p:ext uri="{BB962C8B-B14F-4D97-AF65-F5344CB8AC3E}">
        <p14:creationId xmlns:p14="http://schemas.microsoft.com/office/powerpoint/2010/main" val="1575761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1310</Words>
  <Application>Microsoft Office PowerPoint</Application>
  <PresentationFormat>사용자 지정</PresentationFormat>
  <Paragraphs>538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Noto Sans KR</vt:lpstr>
      <vt:lpstr>Noto Sans KR Black</vt:lpstr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Administrator</cp:lastModifiedBy>
  <cp:revision>131</cp:revision>
  <dcterms:created xsi:type="dcterms:W3CDTF">2023-05-30T12:09:33Z</dcterms:created>
  <dcterms:modified xsi:type="dcterms:W3CDTF">2025-11-25T09:11:53Z</dcterms:modified>
</cp:coreProperties>
</file>