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9825E-E3EA-40F0-8887-36E741691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7FA28-87B8-4490-BEE8-8E61363B7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064F4-5163-4C2B-A4B1-90EC789A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62CD4-8D98-449B-BB39-08BCC16F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B5358-DF9F-4514-ACE6-7957ECE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40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40C49-0412-48D8-9278-1BC6D513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2839A-8797-4679-8313-D379D7445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AE13A-8717-4A3C-80D7-76C8CBC3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CCCAFA-387D-485D-881A-85009690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36AEC3-BA24-4264-9F47-0B01B8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DC027-0423-4A60-B652-73289690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5F8297-1F6C-4278-8628-6566E534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D334F-253D-4964-9F97-65D3ABC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91E80-85A6-4915-B628-501D72C7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772D8F-5C90-4D0C-BB31-25F95F25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71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7BD93-9724-4677-96B1-7C90C78B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4F69B-CA79-4E60-A695-C1742EAD6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B21171-AA38-45AC-8146-8E9CD9BE0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4FF99-AF27-42F0-9532-A538E8A5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5C76D0-DE17-450A-ADCD-CF2E188E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BD4137-1DAD-4308-AF8C-11223F77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18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6A343-3BEF-4A01-8E42-CE18AEF1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B0A708-61D0-47FD-9A96-F20CBA1B7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03654C-72E2-47D3-9F1B-3D16DEC86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6F353B-C37E-44CF-89A9-B648E8C3C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D9256F-B44A-4F47-9D8C-921B309A9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A7302B-5AC3-410E-8019-FDFFA999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53C7B2-4ADD-4C40-A588-E1F05C2E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CEE519-0634-46F3-98C7-D0B2EFFA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35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DCBC8-EAD4-47C1-AA75-ABB22F99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01FF70-26EE-4688-91C1-422CF5CC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14CE79-EBBB-46CE-90B9-A61360EF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2E70E-A8A9-4A41-85D9-8D36C822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88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43DFEA-71FF-489C-B071-DE56B8C1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0DCA9A-A7FE-46AB-9FC7-79F43EC2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20155-C2B0-4242-8A9E-37F81FE7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8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2919A-6895-421D-884E-34C0E504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F59BF7-76CF-4B09-B781-654C11D3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5F5E4-D40F-4538-8009-960D97B37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9BC324-F2B3-45F0-BDA9-6566D17C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2B0560-652B-4E5F-BCAF-24D434ED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58942B-4E2C-400D-9E74-D6BA018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30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9D8D2-6101-4E20-A5AC-8A7AA213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08CE86-553A-4831-B9E6-7630FE7D5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345FD5-0C5A-4B39-8C94-245A27AFB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C92CF5-E92B-41EA-ADC3-7593791A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F7BDAE-D379-455A-BF5C-4C9CC92D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395EF-6A28-4E00-9F9E-0F006E87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22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1FBEB-1E0B-478E-A93C-ABF96254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F0DBB-61FD-40AE-B624-39A2B029D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8AE4D-B4FC-4AA0-A2D7-4DA50ED3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2BF55-86FD-492B-85D8-58A8F4C4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AAD23A-EFAC-41AA-8D16-E6F17613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5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6F9642-04B5-4A8B-96D0-97D7FF4E3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27C622-3760-4CFA-BA5F-E968FE668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D0AB8-FCC1-40FB-AA35-4B7A8696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CD42A-B12B-4705-A72F-D21A8F29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6FD136-6C44-49EC-A1CA-81CB4718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3886DC-339F-4115-BB6E-6AD14A88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30DA2-52F9-48F1-B48B-0DE3A4BA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B3490-7D80-4E87-8B51-FDD47266C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9E75F-6345-43A7-A1AB-9D87CA5FEC3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B8B187-F979-4216-9C8D-590F743F8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28208-85EB-47FD-B7EF-D0F709531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7B899-D3EC-4D01-87E5-C30219926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37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15494-DA06-4A4A-A75E-97BC8CC12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3124199"/>
            <a:ext cx="9144000" cy="1554163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Olympics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DF7B6E-6B15-4BE4-BF6E-6AC601E18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5105400"/>
            <a:ext cx="9144000" cy="850900"/>
          </a:xfrm>
        </p:spPr>
        <p:txBody>
          <a:bodyPr/>
          <a:lstStyle/>
          <a:p>
            <a:pPr algn="l"/>
            <a:r>
              <a:rPr lang="ko-KR" altLang="en-US" dirty="0"/>
              <a:t>데이터베이스 구축 테이블 명세서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199ED6A-BBB7-4042-B201-3222DCE57514}"/>
              </a:ext>
            </a:extLst>
          </p:cNvPr>
          <p:cNvCxnSpPr>
            <a:cxnSpLocks/>
          </p:cNvCxnSpPr>
          <p:nvPr/>
        </p:nvCxnSpPr>
        <p:spPr>
          <a:xfrm>
            <a:off x="565150" y="4864100"/>
            <a:ext cx="1106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287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BD33143-6E05-4A85-A009-9CF9B164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296214"/>
              </p:ext>
            </p:extLst>
          </p:nvPr>
        </p:nvGraphicFramePr>
        <p:xfrm>
          <a:off x="292100" y="444499"/>
          <a:ext cx="11607799" cy="2077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1782691547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68228559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427802836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39176764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2210880860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971930373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368012436"/>
                    </a:ext>
                  </a:extLst>
                </a:gridCol>
              </a:tblGrid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725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341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종목명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dsp_name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varchar(10)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1082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 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dsp_catrgory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varchar(100)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759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최초개최년도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first_Hyear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varchar(4)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unsigned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1172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A4ADA3-7AFE-4399-854F-1284A092241B}"/>
              </a:ext>
            </a:extLst>
          </p:cNvPr>
          <p:cNvSpPr txBox="1"/>
          <p:nvPr/>
        </p:nvSpPr>
        <p:spPr>
          <a:xfrm>
            <a:off x="292099" y="87866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1D35"/>
                </a:solidFill>
                <a:effectLst/>
                <a:latin typeface="Google Sans"/>
              </a:rPr>
              <a:t>discipline / </a:t>
            </a:r>
            <a:r>
              <a:rPr lang="ko-KR" altLang="en-US" b="0" i="0" dirty="0">
                <a:solidFill>
                  <a:srgbClr val="001D35"/>
                </a:solidFill>
                <a:effectLst/>
                <a:latin typeface="Google Sans"/>
              </a:rPr>
              <a:t>종목</a:t>
            </a:r>
            <a:endParaRPr lang="ko-KR" altLang="en-US" dirty="0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3919FB1C-6C5F-4097-A7FA-BBBEC43BE3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85200"/>
              </p:ext>
            </p:extLst>
          </p:nvPr>
        </p:nvGraphicFramePr>
        <p:xfrm>
          <a:off x="292099" y="3500412"/>
          <a:ext cx="11607799" cy="31329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1782691547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68228559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427802836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39176764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2210880860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971930373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368012436"/>
                    </a:ext>
                  </a:extLst>
                </a:gridCol>
              </a:tblGrid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725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auto_increment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341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1082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소속국가코드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759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현재선수랭킹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ply_rank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Tinyint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11720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ply_age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tinyint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77603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ply_name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037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3A7F6B-DF2D-4F96-8126-62E96081A348}"/>
              </a:ext>
            </a:extLst>
          </p:cNvPr>
          <p:cNvSpPr txBox="1"/>
          <p:nvPr/>
        </p:nvSpPr>
        <p:spPr>
          <a:xfrm>
            <a:off x="292098" y="3131079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player / </a:t>
            </a:r>
            <a:r>
              <a:rPr lang="ko-KR" altLang="en-US" dirty="0"/>
              <a:t>선수</a:t>
            </a:r>
          </a:p>
        </p:txBody>
      </p:sp>
    </p:spTree>
    <p:extLst>
      <p:ext uri="{BB962C8B-B14F-4D97-AF65-F5344CB8AC3E}">
        <p14:creationId xmlns:p14="http://schemas.microsoft.com/office/powerpoint/2010/main" val="198940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A4ADA3-7AFE-4399-854F-1284A092241B}"/>
              </a:ext>
            </a:extLst>
          </p:cNvPr>
          <p:cNvSpPr txBox="1"/>
          <p:nvPr/>
        </p:nvSpPr>
        <p:spPr>
          <a:xfrm>
            <a:off x="292099" y="75166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nations / </a:t>
            </a:r>
            <a:r>
              <a:rPr lang="ko-KR" altLang="en-US" dirty="0"/>
              <a:t>국가</a:t>
            </a:r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3919FB1C-6C5F-4097-A7FA-BBBEC43BE3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386285"/>
              </p:ext>
            </p:extLst>
          </p:nvPr>
        </p:nvGraphicFramePr>
        <p:xfrm>
          <a:off x="292099" y="3785637"/>
          <a:ext cx="11607799" cy="249283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1782691547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68228559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427802836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39176764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2210880860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971930373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368012436"/>
                    </a:ext>
                  </a:extLst>
                </a:gridCol>
              </a:tblGrid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725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국가코드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341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1082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start_date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759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end_date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11720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경기정보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info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7760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3A7F6B-DF2D-4F96-8126-62E96081A348}"/>
              </a:ext>
            </a:extLst>
          </p:cNvPr>
          <p:cNvSpPr txBox="1"/>
          <p:nvPr/>
        </p:nvSpPr>
        <p:spPr>
          <a:xfrm>
            <a:off x="292098" y="3416304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schedules / </a:t>
            </a:r>
            <a:r>
              <a:rPr lang="ko-KR" altLang="en-US" dirty="0"/>
              <a:t>일정</a:t>
            </a: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AA8C3533-41CA-495B-87ED-4C91CAE084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4582081"/>
              </p:ext>
            </p:extLst>
          </p:nvPr>
        </p:nvGraphicFramePr>
        <p:xfrm>
          <a:off x="292098" y="444498"/>
          <a:ext cx="11607799" cy="29083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1782691547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68228559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427802836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391767646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2210880860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971930373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368012436"/>
                    </a:ext>
                  </a:extLst>
                </a:gridCol>
              </a:tblGrid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725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국가코드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3419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국가명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nat_name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1082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참여인원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nat_person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759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참여종목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nat_evtCnt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Tinyint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unsigned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11720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작년순위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pre_rank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77603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nat_rank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0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53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CA3A2C-31C1-43CE-BEF2-23466521A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401728"/>
              </p:ext>
            </p:extLst>
          </p:nvPr>
        </p:nvGraphicFramePr>
        <p:xfrm>
          <a:off x="674915" y="424768"/>
          <a:ext cx="3316514" cy="2077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1855097251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63909828"/>
                    </a:ext>
                  </a:extLst>
                </a:gridCol>
              </a:tblGrid>
              <a:tr h="41547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 </a:t>
                      </a:r>
                      <a:r>
                        <a:rPr lang="en-US" altLang="ko-KR" dirty="0"/>
                        <a:t>discipline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230531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종목코드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368309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종목명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dsp_name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794985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종목 특징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dsp_catrgory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464632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최초개최년도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first_Hyear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36986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D8265C-420F-490D-B35C-36493F94C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17583"/>
              </p:ext>
            </p:extLst>
          </p:nvPr>
        </p:nvGraphicFramePr>
        <p:xfrm>
          <a:off x="4437743" y="1989356"/>
          <a:ext cx="3316514" cy="29083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3469393778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1201306926"/>
                    </a:ext>
                  </a:extLst>
                </a:gridCol>
              </a:tblGrid>
              <a:tr h="41547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 </a:t>
                      </a:r>
                      <a:r>
                        <a:rPr lang="en-US" altLang="ko-KR" dirty="0"/>
                        <a:t>player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346658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725642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34892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소속국가코드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815676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현재선수랭킹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ply_rank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927422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ply_age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66396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선수이름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ply_name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36630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070F295-1AA8-486D-87C5-BC5AC7817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08989"/>
              </p:ext>
            </p:extLst>
          </p:nvPr>
        </p:nvGraphicFramePr>
        <p:xfrm>
          <a:off x="8200571" y="2075717"/>
          <a:ext cx="3316514" cy="29083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2620591688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799569138"/>
                    </a:ext>
                  </a:extLst>
                </a:gridCol>
              </a:tblGrid>
              <a:tr h="41547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국가 </a:t>
                      </a:r>
                      <a:r>
                        <a:rPr lang="en-US" altLang="ko-KR" dirty="0"/>
                        <a:t>nations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345339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국가코드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918039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국가명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nat_name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287490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참여인원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nat_person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093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참여종목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nat_evtCnt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25689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작년순위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pre_rank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59982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nat_rank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90106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9D1294E-B8C8-4D92-A848-BF845FEEE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72429"/>
              </p:ext>
            </p:extLst>
          </p:nvPr>
        </p:nvGraphicFramePr>
        <p:xfrm>
          <a:off x="674915" y="3788829"/>
          <a:ext cx="3316514" cy="249283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4158040180"/>
                    </a:ext>
                  </a:extLst>
                </a:gridCol>
                <a:gridCol w="1658257">
                  <a:extLst>
                    <a:ext uri="{9D8B030D-6E8A-4147-A177-3AD203B41FA5}">
                      <a16:colId xmlns:a16="http://schemas.microsoft.com/office/drawing/2014/main" val="3690659635"/>
                    </a:ext>
                  </a:extLst>
                </a:gridCol>
              </a:tblGrid>
              <a:tr h="41547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일정 </a:t>
                      </a:r>
                      <a:r>
                        <a:rPr lang="en-US" altLang="ko-KR" dirty="0"/>
                        <a:t>schedules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472274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국가코드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nat_code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793347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dsp_code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555173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start_date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476327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end_date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936029"/>
                  </a:ext>
                </a:extLst>
              </a:tr>
              <a:tr h="41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경기정보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info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849695"/>
                  </a:ext>
                </a:extLst>
              </a:tr>
            </a:tbl>
          </a:graphicData>
        </a:graphic>
      </p:graphicFrame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DB988B81-AC09-47B6-9212-2B7E2FBD7DDE}"/>
              </a:ext>
            </a:extLst>
          </p:cNvPr>
          <p:cNvSpPr/>
          <p:nvPr/>
        </p:nvSpPr>
        <p:spPr>
          <a:xfrm>
            <a:off x="292163" y="1033644"/>
            <a:ext cx="458953" cy="3837228"/>
          </a:xfrm>
          <a:custGeom>
            <a:avLst/>
            <a:gdLst>
              <a:gd name="connsiteX0" fmla="*/ 393639 w 458953"/>
              <a:gd name="connsiteY0" fmla="*/ 0 h 3837228"/>
              <a:gd name="connsiteX1" fmla="*/ 311996 w 458953"/>
              <a:gd name="connsiteY1" fmla="*/ 97971 h 3837228"/>
              <a:gd name="connsiteX2" fmla="*/ 165039 w 458953"/>
              <a:gd name="connsiteY2" fmla="*/ 277585 h 3837228"/>
              <a:gd name="connsiteX3" fmla="*/ 116053 w 458953"/>
              <a:gd name="connsiteY3" fmla="*/ 391885 h 3837228"/>
              <a:gd name="connsiteX4" fmla="*/ 83396 w 458953"/>
              <a:gd name="connsiteY4" fmla="*/ 506185 h 3837228"/>
              <a:gd name="connsiteX5" fmla="*/ 50739 w 458953"/>
              <a:gd name="connsiteY5" fmla="*/ 604157 h 3837228"/>
              <a:gd name="connsiteX6" fmla="*/ 34410 w 458953"/>
              <a:gd name="connsiteY6" fmla="*/ 718457 h 3837228"/>
              <a:gd name="connsiteX7" fmla="*/ 1753 w 458953"/>
              <a:gd name="connsiteY7" fmla="*/ 849085 h 3837228"/>
              <a:gd name="connsiteX8" fmla="*/ 18082 w 458953"/>
              <a:gd name="connsiteY8" fmla="*/ 3167743 h 3837228"/>
              <a:gd name="connsiteX9" fmla="*/ 50739 w 458953"/>
              <a:gd name="connsiteY9" fmla="*/ 3363685 h 3837228"/>
              <a:gd name="connsiteX10" fmla="*/ 116053 w 458953"/>
              <a:gd name="connsiteY10" fmla="*/ 3494314 h 3837228"/>
              <a:gd name="connsiteX11" fmla="*/ 197696 w 458953"/>
              <a:gd name="connsiteY11" fmla="*/ 3641271 h 3837228"/>
              <a:gd name="connsiteX12" fmla="*/ 311996 w 458953"/>
              <a:gd name="connsiteY12" fmla="*/ 3755571 h 3837228"/>
              <a:gd name="connsiteX13" fmla="*/ 344653 w 458953"/>
              <a:gd name="connsiteY13" fmla="*/ 3804557 h 3837228"/>
              <a:gd name="connsiteX14" fmla="*/ 458953 w 458953"/>
              <a:gd name="connsiteY14" fmla="*/ 3837214 h 3837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8953" h="3837228">
                <a:moveTo>
                  <a:pt x="393639" y="0"/>
                </a:moveTo>
                <a:cubicBezTo>
                  <a:pt x="366425" y="32657"/>
                  <a:pt x="338260" y="64545"/>
                  <a:pt x="311996" y="97971"/>
                </a:cubicBezTo>
                <a:cubicBezTo>
                  <a:pt x="175317" y="271925"/>
                  <a:pt x="263054" y="179570"/>
                  <a:pt x="165039" y="277585"/>
                </a:cubicBezTo>
                <a:cubicBezTo>
                  <a:pt x="148710" y="315685"/>
                  <a:pt x="129995" y="352848"/>
                  <a:pt x="116053" y="391885"/>
                </a:cubicBezTo>
                <a:cubicBezTo>
                  <a:pt x="102726" y="429201"/>
                  <a:pt x="95049" y="468313"/>
                  <a:pt x="83396" y="506185"/>
                </a:cubicBezTo>
                <a:cubicBezTo>
                  <a:pt x="73273" y="539087"/>
                  <a:pt x="61625" y="571500"/>
                  <a:pt x="50739" y="604157"/>
                </a:cubicBezTo>
                <a:cubicBezTo>
                  <a:pt x="45296" y="642257"/>
                  <a:pt x="41958" y="680718"/>
                  <a:pt x="34410" y="718457"/>
                </a:cubicBezTo>
                <a:cubicBezTo>
                  <a:pt x="25608" y="762468"/>
                  <a:pt x="2052" y="804203"/>
                  <a:pt x="1753" y="849085"/>
                </a:cubicBezTo>
                <a:cubicBezTo>
                  <a:pt x="-3399" y="1621973"/>
                  <a:pt x="3028" y="2394984"/>
                  <a:pt x="18082" y="3167743"/>
                </a:cubicBezTo>
                <a:cubicBezTo>
                  <a:pt x="19372" y="3233945"/>
                  <a:pt x="31712" y="3300263"/>
                  <a:pt x="50739" y="3363685"/>
                </a:cubicBezTo>
                <a:cubicBezTo>
                  <a:pt x="64728" y="3410314"/>
                  <a:pt x="94282" y="3450771"/>
                  <a:pt x="116053" y="3494314"/>
                </a:cubicBezTo>
                <a:cubicBezTo>
                  <a:pt x="135385" y="3532977"/>
                  <a:pt x="172067" y="3610516"/>
                  <a:pt x="197696" y="3641271"/>
                </a:cubicBezTo>
                <a:cubicBezTo>
                  <a:pt x="232190" y="3682664"/>
                  <a:pt x="282108" y="3710739"/>
                  <a:pt x="311996" y="3755571"/>
                </a:cubicBezTo>
                <a:cubicBezTo>
                  <a:pt x="322882" y="3771900"/>
                  <a:pt x="328011" y="3794156"/>
                  <a:pt x="344653" y="3804557"/>
                </a:cubicBezTo>
                <a:cubicBezTo>
                  <a:pt x="399658" y="3838935"/>
                  <a:pt x="415811" y="3837214"/>
                  <a:pt x="458953" y="3837214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A9522EEB-131A-4710-ABC4-B2B5256EC78D}"/>
              </a:ext>
            </a:extLst>
          </p:cNvPr>
          <p:cNvSpPr/>
          <p:nvPr/>
        </p:nvSpPr>
        <p:spPr>
          <a:xfrm>
            <a:off x="3918857" y="3401287"/>
            <a:ext cx="555171" cy="1045028"/>
          </a:xfrm>
          <a:custGeom>
            <a:avLst/>
            <a:gdLst>
              <a:gd name="connsiteX0" fmla="*/ 473529 w 473529"/>
              <a:gd name="connsiteY0" fmla="*/ 0 h 1094014"/>
              <a:gd name="connsiteX1" fmla="*/ 375557 w 473529"/>
              <a:gd name="connsiteY1" fmla="*/ 48985 h 1094014"/>
              <a:gd name="connsiteX2" fmla="*/ 244929 w 473529"/>
              <a:gd name="connsiteY2" fmla="*/ 244928 h 1094014"/>
              <a:gd name="connsiteX3" fmla="*/ 212272 w 473529"/>
              <a:gd name="connsiteY3" fmla="*/ 702128 h 1094014"/>
              <a:gd name="connsiteX4" fmla="*/ 163286 w 473529"/>
              <a:gd name="connsiteY4" fmla="*/ 898071 h 1094014"/>
              <a:gd name="connsiteX5" fmla="*/ 114300 w 473529"/>
              <a:gd name="connsiteY5" fmla="*/ 947057 h 1094014"/>
              <a:gd name="connsiteX6" fmla="*/ 48986 w 473529"/>
              <a:gd name="connsiteY6" fmla="*/ 1028700 h 1094014"/>
              <a:gd name="connsiteX7" fmla="*/ 0 w 473529"/>
              <a:gd name="connsiteY7" fmla="*/ 1094014 h 1094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3529" h="1094014">
                <a:moveTo>
                  <a:pt x="473529" y="0"/>
                </a:moveTo>
                <a:cubicBezTo>
                  <a:pt x="440872" y="16328"/>
                  <a:pt x="403816" y="25864"/>
                  <a:pt x="375557" y="48985"/>
                </a:cubicBezTo>
                <a:cubicBezTo>
                  <a:pt x="304472" y="107146"/>
                  <a:pt x="283783" y="167220"/>
                  <a:pt x="244929" y="244928"/>
                </a:cubicBezTo>
                <a:cubicBezTo>
                  <a:pt x="203312" y="494627"/>
                  <a:pt x="250313" y="188569"/>
                  <a:pt x="212272" y="702128"/>
                </a:cubicBezTo>
                <a:cubicBezTo>
                  <a:pt x="209665" y="737319"/>
                  <a:pt x="172880" y="878883"/>
                  <a:pt x="163286" y="898071"/>
                </a:cubicBezTo>
                <a:cubicBezTo>
                  <a:pt x="152959" y="918725"/>
                  <a:pt x="130629" y="930728"/>
                  <a:pt x="114300" y="947057"/>
                </a:cubicBezTo>
                <a:cubicBezTo>
                  <a:pt x="82513" y="1042419"/>
                  <a:pt x="122843" y="954843"/>
                  <a:pt x="48986" y="1028700"/>
                </a:cubicBezTo>
                <a:cubicBezTo>
                  <a:pt x="29743" y="1047943"/>
                  <a:pt x="0" y="1094014"/>
                  <a:pt x="0" y="1094014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2631A457-74DC-4ACD-9626-B296BEE5D0C7}"/>
              </a:ext>
            </a:extLst>
          </p:cNvPr>
          <p:cNvSpPr/>
          <p:nvPr/>
        </p:nvSpPr>
        <p:spPr>
          <a:xfrm>
            <a:off x="3967843" y="2715488"/>
            <a:ext cx="7854043" cy="2841171"/>
          </a:xfrm>
          <a:custGeom>
            <a:avLst/>
            <a:gdLst>
              <a:gd name="connsiteX0" fmla="*/ 0 w 7690925"/>
              <a:gd name="connsiteY0" fmla="*/ 1698171 h 2841171"/>
              <a:gd name="connsiteX1" fmla="*/ 65315 w 7690925"/>
              <a:gd name="connsiteY1" fmla="*/ 1779814 h 2841171"/>
              <a:gd name="connsiteX2" fmla="*/ 195943 w 7690925"/>
              <a:gd name="connsiteY2" fmla="*/ 2073728 h 2841171"/>
              <a:gd name="connsiteX3" fmla="*/ 261258 w 7690925"/>
              <a:gd name="connsiteY3" fmla="*/ 2220686 h 2841171"/>
              <a:gd name="connsiteX4" fmla="*/ 310243 w 7690925"/>
              <a:gd name="connsiteY4" fmla="*/ 2318657 h 2841171"/>
              <a:gd name="connsiteX5" fmla="*/ 408215 w 7690925"/>
              <a:gd name="connsiteY5" fmla="*/ 2400300 h 2841171"/>
              <a:gd name="connsiteX6" fmla="*/ 1061358 w 7690925"/>
              <a:gd name="connsiteY6" fmla="*/ 2596243 h 2841171"/>
              <a:gd name="connsiteX7" fmla="*/ 1812472 w 7690925"/>
              <a:gd name="connsiteY7" fmla="*/ 2726871 h 2841171"/>
              <a:gd name="connsiteX8" fmla="*/ 4196443 w 7690925"/>
              <a:gd name="connsiteY8" fmla="*/ 2841171 h 2841171"/>
              <a:gd name="connsiteX9" fmla="*/ 5861958 w 7690925"/>
              <a:gd name="connsiteY9" fmla="*/ 2792186 h 2841171"/>
              <a:gd name="connsiteX10" fmla="*/ 6172200 w 7690925"/>
              <a:gd name="connsiteY10" fmla="*/ 2759528 h 2841171"/>
              <a:gd name="connsiteX11" fmla="*/ 6580415 w 7690925"/>
              <a:gd name="connsiteY11" fmla="*/ 2628900 h 2841171"/>
              <a:gd name="connsiteX12" fmla="*/ 6955972 w 7690925"/>
              <a:gd name="connsiteY12" fmla="*/ 2465614 h 2841171"/>
              <a:gd name="connsiteX13" fmla="*/ 7119258 w 7690925"/>
              <a:gd name="connsiteY13" fmla="*/ 2351314 h 2841171"/>
              <a:gd name="connsiteX14" fmla="*/ 7282543 w 7690925"/>
              <a:gd name="connsiteY14" fmla="*/ 2188028 h 2841171"/>
              <a:gd name="connsiteX15" fmla="*/ 7331529 w 7690925"/>
              <a:gd name="connsiteY15" fmla="*/ 2171700 h 2841171"/>
              <a:gd name="connsiteX16" fmla="*/ 7413172 w 7690925"/>
              <a:gd name="connsiteY16" fmla="*/ 2106386 h 2841171"/>
              <a:gd name="connsiteX17" fmla="*/ 7543800 w 7690925"/>
              <a:gd name="connsiteY17" fmla="*/ 1975757 h 2841171"/>
              <a:gd name="connsiteX18" fmla="*/ 7560129 w 7690925"/>
              <a:gd name="connsiteY18" fmla="*/ 1926771 h 2841171"/>
              <a:gd name="connsiteX19" fmla="*/ 7592786 w 7690925"/>
              <a:gd name="connsiteY19" fmla="*/ 1779814 h 2841171"/>
              <a:gd name="connsiteX20" fmla="*/ 7641772 w 7690925"/>
              <a:gd name="connsiteY20" fmla="*/ 1420586 h 2841171"/>
              <a:gd name="connsiteX21" fmla="*/ 7658100 w 7690925"/>
              <a:gd name="connsiteY21" fmla="*/ 1126671 h 2841171"/>
              <a:gd name="connsiteX22" fmla="*/ 7690758 w 7690925"/>
              <a:gd name="connsiteY22" fmla="*/ 963386 h 2841171"/>
              <a:gd name="connsiteX23" fmla="*/ 7625443 w 7690925"/>
              <a:gd name="connsiteY23" fmla="*/ 440871 h 2841171"/>
              <a:gd name="connsiteX24" fmla="*/ 7592786 w 7690925"/>
              <a:gd name="connsiteY24" fmla="*/ 293914 h 2841171"/>
              <a:gd name="connsiteX25" fmla="*/ 7576458 w 7690925"/>
              <a:gd name="connsiteY25" fmla="*/ 244928 h 2841171"/>
              <a:gd name="connsiteX26" fmla="*/ 7429500 w 7690925"/>
              <a:gd name="connsiteY26" fmla="*/ 81643 h 2841171"/>
              <a:gd name="connsiteX27" fmla="*/ 7347858 w 7690925"/>
              <a:gd name="connsiteY27" fmla="*/ 0 h 284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90925" h="2841171">
                <a:moveTo>
                  <a:pt x="0" y="1698171"/>
                </a:moveTo>
                <a:cubicBezTo>
                  <a:pt x="21772" y="1725385"/>
                  <a:pt x="46604" y="1750411"/>
                  <a:pt x="65315" y="1779814"/>
                </a:cubicBezTo>
                <a:cubicBezTo>
                  <a:pt x="104905" y="1842028"/>
                  <a:pt x="179784" y="2036025"/>
                  <a:pt x="195943" y="2073728"/>
                </a:cubicBezTo>
                <a:cubicBezTo>
                  <a:pt x="217060" y="2123000"/>
                  <a:pt x="237285" y="2172739"/>
                  <a:pt x="261258" y="2220686"/>
                </a:cubicBezTo>
                <a:cubicBezTo>
                  <a:pt x="277586" y="2253343"/>
                  <a:pt x="287122" y="2290399"/>
                  <a:pt x="310243" y="2318657"/>
                </a:cubicBezTo>
                <a:cubicBezTo>
                  <a:pt x="337162" y="2351558"/>
                  <a:pt x="372070" y="2377925"/>
                  <a:pt x="408215" y="2400300"/>
                </a:cubicBezTo>
                <a:cubicBezTo>
                  <a:pt x="738424" y="2604715"/>
                  <a:pt x="615853" y="2502997"/>
                  <a:pt x="1061358" y="2596243"/>
                </a:cubicBezTo>
                <a:cubicBezTo>
                  <a:pt x="1621884" y="2713563"/>
                  <a:pt x="1074894" y="2675111"/>
                  <a:pt x="1812472" y="2726871"/>
                </a:cubicBezTo>
                <a:cubicBezTo>
                  <a:pt x="2977626" y="2808636"/>
                  <a:pt x="3142066" y="2806025"/>
                  <a:pt x="4196443" y="2841171"/>
                </a:cubicBezTo>
                <a:lnTo>
                  <a:pt x="5861958" y="2792186"/>
                </a:lnTo>
                <a:cubicBezTo>
                  <a:pt x="5965855" y="2787893"/>
                  <a:pt x="6070800" y="2782573"/>
                  <a:pt x="6172200" y="2759528"/>
                </a:cubicBezTo>
                <a:cubicBezTo>
                  <a:pt x="6311516" y="2727865"/>
                  <a:pt x="6444878" y="2674079"/>
                  <a:pt x="6580415" y="2628900"/>
                </a:cubicBezTo>
                <a:cubicBezTo>
                  <a:pt x="6784277" y="2560946"/>
                  <a:pt x="6791964" y="2564019"/>
                  <a:pt x="6955972" y="2465614"/>
                </a:cubicBezTo>
                <a:cubicBezTo>
                  <a:pt x="6969307" y="2457613"/>
                  <a:pt x="7096930" y="2373642"/>
                  <a:pt x="7119258" y="2351314"/>
                </a:cubicBezTo>
                <a:cubicBezTo>
                  <a:pt x="7198901" y="2271671"/>
                  <a:pt x="7196629" y="2237121"/>
                  <a:pt x="7282543" y="2188028"/>
                </a:cubicBezTo>
                <a:cubicBezTo>
                  <a:pt x="7297487" y="2179489"/>
                  <a:pt x="7315200" y="2177143"/>
                  <a:pt x="7331529" y="2171700"/>
                </a:cubicBezTo>
                <a:cubicBezTo>
                  <a:pt x="7358743" y="2149929"/>
                  <a:pt x="7387563" y="2130025"/>
                  <a:pt x="7413172" y="2106386"/>
                </a:cubicBezTo>
                <a:cubicBezTo>
                  <a:pt x="7458420" y="2064618"/>
                  <a:pt x="7543800" y="1975757"/>
                  <a:pt x="7543800" y="1975757"/>
                </a:cubicBezTo>
                <a:cubicBezTo>
                  <a:pt x="7549243" y="1959428"/>
                  <a:pt x="7555400" y="1943321"/>
                  <a:pt x="7560129" y="1926771"/>
                </a:cubicBezTo>
                <a:cubicBezTo>
                  <a:pt x="7570618" y="1890062"/>
                  <a:pt x="7587604" y="1814790"/>
                  <a:pt x="7592786" y="1779814"/>
                </a:cubicBezTo>
                <a:cubicBezTo>
                  <a:pt x="7610496" y="1660268"/>
                  <a:pt x="7641772" y="1420586"/>
                  <a:pt x="7641772" y="1420586"/>
                </a:cubicBezTo>
                <a:cubicBezTo>
                  <a:pt x="7647215" y="1322614"/>
                  <a:pt x="7647647" y="1224235"/>
                  <a:pt x="7658100" y="1126671"/>
                </a:cubicBezTo>
                <a:cubicBezTo>
                  <a:pt x="7664013" y="1071481"/>
                  <a:pt x="7693398" y="1018829"/>
                  <a:pt x="7690758" y="963386"/>
                </a:cubicBezTo>
                <a:cubicBezTo>
                  <a:pt x="7682409" y="788058"/>
                  <a:pt x="7650859" y="614548"/>
                  <a:pt x="7625443" y="440871"/>
                </a:cubicBezTo>
                <a:cubicBezTo>
                  <a:pt x="7618177" y="391219"/>
                  <a:pt x="7604956" y="342596"/>
                  <a:pt x="7592786" y="293914"/>
                </a:cubicBezTo>
                <a:cubicBezTo>
                  <a:pt x="7588612" y="277216"/>
                  <a:pt x="7584155" y="260323"/>
                  <a:pt x="7576458" y="244928"/>
                </a:cubicBezTo>
                <a:cubicBezTo>
                  <a:pt x="7548269" y="188551"/>
                  <a:pt x="7463342" y="107025"/>
                  <a:pt x="7429500" y="81643"/>
                </a:cubicBezTo>
                <a:cubicBezTo>
                  <a:pt x="7354450" y="25355"/>
                  <a:pt x="7376356" y="56998"/>
                  <a:pt x="7347858" y="0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691B958A-4542-42A7-ABAE-4519EDACF611}"/>
              </a:ext>
            </a:extLst>
          </p:cNvPr>
          <p:cNvSpPr/>
          <p:nvPr/>
        </p:nvSpPr>
        <p:spPr>
          <a:xfrm>
            <a:off x="3967843" y="1066301"/>
            <a:ext cx="506186" cy="1976743"/>
          </a:xfrm>
          <a:custGeom>
            <a:avLst/>
            <a:gdLst>
              <a:gd name="connsiteX0" fmla="*/ 0 w 506186"/>
              <a:gd name="connsiteY0" fmla="*/ 0 h 1976743"/>
              <a:gd name="connsiteX1" fmla="*/ 212271 w 506186"/>
              <a:gd name="connsiteY1" fmla="*/ 48986 h 1976743"/>
              <a:gd name="connsiteX2" fmla="*/ 261257 w 506186"/>
              <a:gd name="connsiteY2" fmla="*/ 114300 h 1976743"/>
              <a:gd name="connsiteX3" fmla="*/ 293914 w 506186"/>
              <a:gd name="connsiteY3" fmla="*/ 391886 h 1976743"/>
              <a:gd name="connsiteX4" fmla="*/ 261257 w 506186"/>
              <a:gd name="connsiteY4" fmla="*/ 979714 h 1976743"/>
              <a:gd name="connsiteX5" fmla="*/ 244928 w 506186"/>
              <a:gd name="connsiteY5" fmla="*/ 1273628 h 1976743"/>
              <a:gd name="connsiteX6" fmla="*/ 212271 w 506186"/>
              <a:gd name="connsiteY6" fmla="*/ 1371600 h 1976743"/>
              <a:gd name="connsiteX7" fmla="*/ 179614 w 506186"/>
              <a:gd name="connsiteY7" fmla="*/ 1583871 h 1976743"/>
              <a:gd name="connsiteX8" fmla="*/ 146957 w 506186"/>
              <a:gd name="connsiteY8" fmla="*/ 1698171 h 1976743"/>
              <a:gd name="connsiteX9" fmla="*/ 163286 w 506186"/>
              <a:gd name="connsiteY9" fmla="*/ 1828800 h 1976743"/>
              <a:gd name="connsiteX10" fmla="*/ 179614 w 506186"/>
              <a:gd name="connsiteY10" fmla="*/ 1877786 h 1976743"/>
              <a:gd name="connsiteX11" fmla="*/ 244928 w 506186"/>
              <a:gd name="connsiteY11" fmla="*/ 1910443 h 1976743"/>
              <a:gd name="connsiteX12" fmla="*/ 326571 w 506186"/>
              <a:gd name="connsiteY12" fmla="*/ 1926771 h 1976743"/>
              <a:gd name="connsiteX13" fmla="*/ 506186 w 506186"/>
              <a:gd name="connsiteY13" fmla="*/ 1975757 h 197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6186" h="1976743">
                <a:moveTo>
                  <a:pt x="0" y="0"/>
                </a:moveTo>
                <a:cubicBezTo>
                  <a:pt x="85265" y="8526"/>
                  <a:pt x="152770" y="-10515"/>
                  <a:pt x="212271" y="48986"/>
                </a:cubicBezTo>
                <a:cubicBezTo>
                  <a:pt x="231514" y="68229"/>
                  <a:pt x="244928" y="92529"/>
                  <a:pt x="261257" y="114300"/>
                </a:cubicBezTo>
                <a:cubicBezTo>
                  <a:pt x="264848" y="143029"/>
                  <a:pt x="293914" y="370699"/>
                  <a:pt x="293914" y="391886"/>
                </a:cubicBezTo>
                <a:cubicBezTo>
                  <a:pt x="293914" y="780301"/>
                  <a:pt x="295620" y="739179"/>
                  <a:pt x="261257" y="979714"/>
                </a:cubicBezTo>
                <a:cubicBezTo>
                  <a:pt x="255814" y="1077685"/>
                  <a:pt x="257099" y="1176263"/>
                  <a:pt x="244928" y="1273628"/>
                </a:cubicBezTo>
                <a:cubicBezTo>
                  <a:pt x="240658" y="1307786"/>
                  <a:pt x="221328" y="1338389"/>
                  <a:pt x="212271" y="1371600"/>
                </a:cubicBezTo>
                <a:cubicBezTo>
                  <a:pt x="184139" y="1474751"/>
                  <a:pt x="204442" y="1459732"/>
                  <a:pt x="179614" y="1583871"/>
                </a:cubicBezTo>
                <a:cubicBezTo>
                  <a:pt x="171843" y="1622726"/>
                  <a:pt x="157843" y="1660071"/>
                  <a:pt x="146957" y="1698171"/>
                </a:cubicBezTo>
                <a:cubicBezTo>
                  <a:pt x="152400" y="1741714"/>
                  <a:pt x="155436" y="1785626"/>
                  <a:pt x="163286" y="1828800"/>
                </a:cubicBezTo>
                <a:cubicBezTo>
                  <a:pt x="166365" y="1845734"/>
                  <a:pt x="167443" y="1865615"/>
                  <a:pt x="179614" y="1877786"/>
                </a:cubicBezTo>
                <a:cubicBezTo>
                  <a:pt x="196826" y="1894998"/>
                  <a:pt x="221836" y="1902746"/>
                  <a:pt x="244928" y="1910443"/>
                </a:cubicBezTo>
                <a:cubicBezTo>
                  <a:pt x="271257" y="1919219"/>
                  <a:pt x="299357" y="1921328"/>
                  <a:pt x="326571" y="1926771"/>
                </a:cubicBezTo>
                <a:cubicBezTo>
                  <a:pt x="448884" y="1987928"/>
                  <a:pt x="388031" y="1975757"/>
                  <a:pt x="506186" y="197575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AA363CE-38DF-43E8-9F69-41281399B91F}"/>
              </a:ext>
            </a:extLst>
          </p:cNvPr>
          <p:cNvSpPr/>
          <p:nvPr/>
        </p:nvSpPr>
        <p:spPr>
          <a:xfrm>
            <a:off x="7690757" y="2666501"/>
            <a:ext cx="669472" cy="702128"/>
          </a:xfrm>
          <a:custGeom>
            <a:avLst/>
            <a:gdLst>
              <a:gd name="connsiteX0" fmla="*/ 0 w 669472"/>
              <a:gd name="connsiteY0" fmla="*/ 866501 h 866501"/>
              <a:gd name="connsiteX1" fmla="*/ 244929 w 669472"/>
              <a:gd name="connsiteY1" fmla="*/ 784859 h 866501"/>
              <a:gd name="connsiteX2" fmla="*/ 277586 w 669472"/>
              <a:gd name="connsiteY2" fmla="*/ 686887 h 866501"/>
              <a:gd name="connsiteX3" fmla="*/ 310243 w 669472"/>
              <a:gd name="connsiteY3" fmla="*/ 637901 h 866501"/>
              <a:gd name="connsiteX4" fmla="*/ 326572 w 669472"/>
              <a:gd name="connsiteY4" fmla="*/ 507273 h 866501"/>
              <a:gd name="connsiteX5" fmla="*/ 342900 w 669472"/>
              <a:gd name="connsiteY5" fmla="*/ 295001 h 866501"/>
              <a:gd name="connsiteX6" fmla="*/ 359229 w 669472"/>
              <a:gd name="connsiteY6" fmla="*/ 246016 h 866501"/>
              <a:gd name="connsiteX7" fmla="*/ 375557 w 669472"/>
              <a:gd name="connsiteY7" fmla="*/ 164373 h 866501"/>
              <a:gd name="connsiteX8" fmla="*/ 473529 w 669472"/>
              <a:gd name="connsiteY8" fmla="*/ 33744 h 866501"/>
              <a:gd name="connsiteX9" fmla="*/ 669472 w 669472"/>
              <a:gd name="connsiteY9" fmla="*/ 1087 h 866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9472" h="866501">
                <a:moveTo>
                  <a:pt x="0" y="866501"/>
                </a:moveTo>
                <a:cubicBezTo>
                  <a:pt x="96574" y="855771"/>
                  <a:pt x="177134" y="869603"/>
                  <a:pt x="244929" y="784859"/>
                </a:cubicBezTo>
                <a:cubicBezTo>
                  <a:pt x="266433" y="757979"/>
                  <a:pt x="263605" y="718344"/>
                  <a:pt x="277586" y="686887"/>
                </a:cubicBezTo>
                <a:cubicBezTo>
                  <a:pt x="285556" y="668954"/>
                  <a:pt x="299357" y="654230"/>
                  <a:pt x="310243" y="637901"/>
                </a:cubicBezTo>
                <a:cubicBezTo>
                  <a:pt x="315686" y="594358"/>
                  <a:pt x="322412" y="550957"/>
                  <a:pt x="326572" y="507273"/>
                </a:cubicBezTo>
                <a:cubicBezTo>
                  <a:pt x="333300" y="436626"/>
                  <a:pt x="334098" y="365419"/>
                  <a:pt x="342900" y="295001"/>
                </a:cubicBezTo>
                <a:cubicBezTo>
                  <a:pt x="345035" y="277922"/>
                  <a:pt x="355055" y="262714"/>
                  <a:pt x="359229" y="246016"/>
                </a:cubicBezTo>
                <a:cubicBezTo>
                  <a:pt x="365960" y="219091"/>
                  <a:pt x="362399" y="188809"/>
                  <a:pt x="375557" y="164373"/>
                </a:cubicBezTo>
                <a:cubicBezTo>
                  <a:pt x="401362" y="116450"/>
                  <a:pt x="421893" y="50956"/>
                  <a:pt x="473529" y="33744"/>
                </a:cubicBezTo>
                <a:cubicBezTo>
                  <a:pt x="602481" y="-9240"/>
                  <a:pt x="537076" y="1087"/>
                  <a:pt x="669472" y="108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35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C2641C-4ED9-4789-874B-B41CBA0C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56" y="1318970"/>
            <a:ext cx="8342288" cy="5132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DC377-462D-4221-896D-3C0BBF4846AC}"/>
              </a:ext>
            </a:extLst>
          </p:cNvPr>
          <p:cNvSpPr txBox="1"/>
          <p:nvPr/>
        </p:nvSpPr>
        <p:spPr>
          <a:xfrm>
            <a:off x="3043933" y="406401"/>
            <a:ext cx="61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선수명</a:t>
            </a:r>
            <a:r>
              <a:rPr lang="en-US" altLang="ko-KR" dirty="0"/>
              <a:t>, </a:t>
            </a:r>
            <a:r>
              <a:rPr lang="ko-KR" altLang="en-US" dirty="0"/>
              <a:t>선수나이</a:t>
            </a:r>
            <a:r>
              <a:rPr lang="en-US" altLang="ko-KR" dirty="0"/>
              <a:t>, </a:t>
            </a:r>
            <a:r>
              <a:rPr lang="ko-KR" altLang="en-US" dirty="0" err="1"/>
              <a:t>국가명</a:t>
            </a:r>
            <a:r>
              <a:rPr lang="en-US" altLang="ko-KR" dirty="0"/>
              <a:t>, </a:t>
            </a:r>
            <a:r>
              <a:rPr lang="ko-KR" altLang="en-US" dirty="0" err="1"/>
              <a:t>종목명</a:t>
            </a:r>
            <a:r>
              <a:rPr lang="en-US" altLang="ko-KR" dirty="0"/>
              <a:t>, </a:t>
            </a:r>
            <a:r>
              <a:rPr lang="ko-KR" altLang="en-US" dirty="0"/>
              <a:t>종목정보를 출력</a:t>
            </a:r>
          </a:p>
        </p:txBody>
      </p:sp>
    </p:spTree>
    <p:extLst>
      <p:ext uri="{BB962C8B-B14F-4D97-AF65-F5344CB8AC3E}">
        <p14:creationId xmlns:p14="http://schemas.microsoft.com/office/powerpoint/2010/main" val="4269529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EDC377-462D-4221-896D-3C0BBF4846AC}"/>
              </a:ext>
            </a:extLst>
          </p:cNvPr>
          <p:cNvSpPr txBox="1"/>
          <p:nvPr/>
        </p:nvSpPr>
        <p:spPr>
          <a:xfrm>
            <a:off x="3043933" y="406401"/>
            <a:ext cx="61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선수명</a:t>
            </a:r>
            <a:r>
              <a:rPr lang="en-US" altLang="ko-KR" dirty="0"/>
              <a:t>, </a:t>
            </a:r>
            <a:r>
              <a:rPr lang="ko-KR" altLang="en-US" dirty="0"/>
              <a:t>국가코드와 </a:t>
            </a:r>
            <a:r>
              <a:rPr lang="ko-KR" altLang="en-US" dirty="0" err="1"/>
              <a:t>국가명</a:t>
            </a:r>
            <a:r>
              <a:rPr lang="en-US" altLang="ko-KR" dirty="0"/>
              <a:t>, </a:t>
            </a:r>
            <a:r>
              <a:rPr lang="ko-KR" altLang="en-US" dirty="0" err="1"/>
              <a:t>종목명</a:t>
            </a:r>
            <a:r>
              <a:rPr lang="en-US" altLang="ko-KR" dirty="0"/>
              <a:t>, </a:t>
            </a:r>
            <a:r>
              <a:rPr lang="ko-KR" altLang="en-US" dirty="0"/>
              <a:t>경기 시작일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5D8405-372E-45F7-AC7A-81D864A3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141" y="890233"/>
            <a:ext cx="4327718" cy="578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4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EDC377-462D-4221-896D-3C0BBF4846AC}"/>
              </a:ext>
            </a:extLst>
          </p:cNvPr>
          <p:cNvSpPr txBox="1"/>
          <p:nvPr/>
        </p:nvSpPr>
        <p:spPr>
          <a:xfrm>
            <a:off x="3043933" y="406401"/>
            <a:ext cx="61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국가명</a:t>
            </a:r>
            <a:r>
              <a:rPr lang="en-US" altLang="ko-KR" dirty="0"/>
              <a:t>, </a:t>
            </a:r>
            <a:r>
              <a:rPr lang="ko-KR" altLang="en-US" dirty="0"/>
              <a:t>작년 랭킹</a:t>
            </a:r>
            <a:r>
              <a:rPr lang="en-US" altLang="ko-KR" dirty="0"/>
              <a:t>, </a:t>
            </a:r>
            <a:r>
              <a:rPr lang="ko-KR" altLang="en-US" dirty="0"/>
              <a:t>현재 랭킹</a:t>
            </a:r>
            <a:r>
              <a:rPr lang="en-US" altLang="ko-KR" dirty="0"/>
              <a:t>, </a:t>
            </a:r>
            <a:r>
              <a:rPr lang="ko-KR" altLang="en-US" dirty="0"/>
              <a:t>최초 </a:t>
            </a:r>
            <a:r>
              <a:rPr lang="ko-KR" altLang="en-US" dirty="0" err="1"/>
              <a:t>참여년도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A1C28C-E5D4-467C-87AF-B3870A0B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440" y="970128"/>
            <a:ext cx="6113627" cy="554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2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EDC377-462D-4221-896D-3C0BBF4846AC}"/>
              </a:ext>
            </a:extLst>
          </p:cNvPr>
          <p:cNvSpPr txBox="1"/>
          <p:nvPr/>
        </p:nvSpPr>
        <p:spPr>
          <a:xfrm>
            <a:off x="3043933" y="406401"/>
            <a:ext cx="61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종목별 랭킹 </a:t>
            </a:r>
            <a:r>
              <a:rPr lang="en-US" altLang="ko-KR" dirty="0"/>
              <a:t>10</a:t>
            </a:r>
            <a:r>
              <a:rPr lang="ko-KR" altLang="en-US" dirty="0"/>
              <a:t>위 이상</a:t>
            </a:r>
            <a:r>
              <a:rPr lang="en-US" altLang="ko-KR" dirty="0"/>
              <a:t>, </a:t>
            </a:r>
            <a:r>
              <a:rPr lang="ko-KR" altLang="en-US" dirty="0"/>
              <a:t>선수정보</a:t>
            </a:r>
            <a:r>
              <a:rPr lang="en-US" altLang="ko-KR" dirty="0"/>
              <a:t>, </a:t>
            </a:r>
            <a:r>
              <a:rPr lang="ko-KR" altLang="en-US" dirty="0" err="1"/>
              <a:t>국가명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74A2EF-333B-4C30-9AE4-D505687C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33" y="2087205"/>
            <a:ext cx="6103341" cy="33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42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EDC377-462D-4221-896D-3C0BBF4846AC}"/>
              </a:ext>
            </a:extLst>
          </p:cNvPr>
          <p:cNvSpPr txBox="1"/>
          <p:nvPr/>
        </p:nvSpPr>
        <p:spPr>
          <a:xfrm>
            <a:off x="2752352" y="406401"/>
            <a:ext cx="668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국가명</a:t>
            </a:r>
            <a:r>
              <a:rPr lang="en-US" altLang="ko-KR" dirty="0"/>
              <a:t>, </a:t>
            </a:r>
            <a:r>
              <a:rPr lang="ko-KR" altLang="en-US" dirty="0"/>
              <a:t>국가별 참여인원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F2A9CB-E8DB-4B0A-8052-C2A5367AB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23" y="1401711"/>
            <a:ext cx="4853953" cy="450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9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219123C-E57C-4E30-A454-930CE313F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391250"/>
              </p:ext>
            </p:extLst>
          </p:nvPr>
        </p:nvGraphicFramePr>
        <p:xfrm>
          <a:off x="309752" y="457198"/>
          <a:ext cx="11572491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927851973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78834351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232209774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15278032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312955545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412298489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696560891"/>
                    </a:ext>
                  </a:extLst>
                </a:gridCol>
              </a:tblGrid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9365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240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0720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346470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53243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201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AC85FB-3DE4-4634-8E8C-8ED9669C4221}"/>
              </a:ext>
            </a:extLst>
          </p:cNvPr>
          <p:cNvSpPr txBox="1"/>
          <p:nvPr/>
        </p:nvSpPr>
        <p:spPr>
          <a:xfrm>
            <a:off x="292099" y="87866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/ </a:t>
            </a:r>
            <a:r>
              <a:rPr lang="ko-KR" altLang="en-US" dirty="0"/>
              <a:t>상영관</a:t>
            </a:r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88CC6BCA-574E-479B-9676-8910CD474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4985"/>
              </p:ext>
            </p:extLst>
          </p:nvPr>
        </p:nvGraphicFramePr>
        <p:xfrm>
          <a:off x="292097" y="3798332"/>
          <a:ext cx="11572491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927851973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78834351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232209774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15278032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312955545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412298489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696560891"/>
                    </a:ext>
                  </a:extLst>
                </a:gridCol>
              </a:tblGrid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9365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240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0720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3464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D35DF7-BEB0-4DE6-B2E3-47E35EF33A2A}"/>
              </a:ext>
            </a:extLst>
          </p:cNvPr>
          <p:cNvSpPr txBox="1"/>
          <p:nvPr/>
        </p:nvSpPr>
        <p:spPr>
          <a:xfrm>
            <a:off x="274444" y="3429000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/ </a:t>
            </a:r>
            <a:r>
              <a:rPr lang="ko-KR" altLang="en-US" dirty="0"/>
              <a:t>극장</a:t>
            </a:r>
          </a:p>
        </p:txBody>
      </p:sp>
    </p:spTree>
    <p:extLst>
      <p:ext uri="{BB962C8B-B14F-4D97-AF65-F5344CB8AC3E}">
        <p14:creationId xmlns:p14="http://schemas.microsoft.com/office/powerpoint/2010/main" val="342877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219123C-E57C-4E30-A454-930CE313F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630761"/>
              </p:ext>
            </p:extLst>
          </p:nvPr>
        </p:nvGraphicFramePr>
        <p:xfrm>
          <a:off x="309752" y="457198"/>
          <a:ext cx="11572491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927851973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78834351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232209774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15278032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312955545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412298489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696560891"/>
                    </a:ext>
                  </a:extLst>
                </a:gridCol>
              </a:tblGrid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9365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240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0720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346470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53243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201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AC85FB-3DE4-4634-8E8C-8ED9669C4221}"/>
              </a:ext>
            </a:extLst>
          </p:cNvPr>
          <p:cNvSpPr txBox="1"/>
          <p:nvPr/>
        </p:nvSpPr>
        <p:spPr>
          <a:xfrm>
            <a:off x="292099" y="87866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/ </a:t>
            </a:r>
            <a:r>
              <a:rPr lang="ko-KR" altLang="en-US" dirty="0"/>
              <a:t>예약</a:t>
            </a:r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88CC6BCA-574E-479B-9676-8910CD474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19372"/>
              </p:ext>
            </p:extLst>
          </p:nvPr>
        </p:nvGraphicFramePr>
        <p:xfrm>
          <a:off x="292097" y="3798332"/>
          <a:ext cx="11572491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927851973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78834351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232209774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15278032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312955545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412298489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696560891"/>
                    </a:ext>
                  </a:extLst>
                </a:gridCol>
              </a:tblGrid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한글 </a:t>
                      </a:r>
                      <a:r>
                        <a:rPr lang="ko-KR" altLang="en-US" b="1" dirty="0" err="1"/>
                        <a:t>컬럼명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Null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Key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Default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Extra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9365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240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0720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3464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D35DF7-BEB0-4DE6-B2E3-47E35EF33A2A}"/>
              </a:ext>
            </a:extLst>
          </p:cNvPr>
          <p:cNvSpPr txBox="1"/>
          <p:nvPr/>
        </p:nvSpPr>
        <p:spPr>
          <a:xfrm>
            <a:off x="274444" y="3429000"/>
            <a:ext cx="116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테이블명 </a:t>
            </a:r>
            <a:r>
              <a:rPr lang="en-US" altLang="ko-KR" dirty="0"/>
              <a:t>: / </a:t>
            </a:r>
            <a:r>
              <a:rPr lang="ko-KR" altLang="en-US" dirty="0"/>
              <a:t>고객</a:t>
            </a:r>
          </a:p>
        </p:txBody>
      </p:sp>
    </p:spTree>
    <p:extLst>
      <p:ext uri="{BB962C8B-B14F-4D97-AF65-F5344CB8AC3E}">
        <p14:creationId xmlns:p14="http://schemas.microsoft.com/office/powerpoint/2010/main" val="38540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2574AF-16F2-4C8F-AEF1-E83DD1F14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64577"/>
              </p:ext>
            </p:extLst>
          </p:nvPr>
        </p:nvGraphicFramePr>
        <p:xfrm>
          <a:off x="355866" y="2035095"/>
          <a:ext cx="3306426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331815177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057984607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상영관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5829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71807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008798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44238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25422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48768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2A5BC9-A783-4AA0-A5D1-E56151A57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218701"/>
              </p:ext>
            </p:extLst>
          </p:nvPr>
        </p:nvGraphicFramePr>
        <p:xfrm>
          <a:off x="4442787" y="2199965"/>
          <a:ext cx="3306426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2053321658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60369349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고객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59600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635368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97101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06560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E1137E-4C20-44F5-B9DB-19FF244A3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165202"/>
              </p:ext>
            </p:extLst>
          </p:nvPr>
        </p:nvGraphicFramePr>
        <p:xfrm>
          <a:off x="8529708" y="341425"/>
          <a:ext cx="3306426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2563045786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1963631233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예약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52153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85212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072512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0231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9811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9076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291344-F4FC-4B66-AE7A-DE540EC96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167881"/>
              </p:ext>
            </p:extLst>
          </p:nvPr>
        </p:nvGraphicFramePr>
        <p:xfrm>
          <a:off x="8529708" y="4658035"/>
          <a:ext cx="3306426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212206240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683355054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극장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597791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37399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588850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477350"/>
                  </a:ext>
                </a:extLst>
              </a:tr>
            </a:tbl>
          </a:graphicData>
        </a:graphic>
      </p:graphicFrame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C6863D79-2D1A-48D2-AE62-DC22FF8FFC1D}"/>
              </a:ext>
            </a:extLst>
          </p:cNvPr>
          <p:cNvSpPr/>
          <p:nvPr/>
        </p:nvSpPr>
        <p:spPr>
          <a:xfrm>
            <a:off x="8172233" y="1990490"/>
            <a:ext cx="548021" cy="3306339"/>
          </a:xfrm>
          <a:custGeom>
            <a:avLst/>
            <a:gdLst>
              <a:gd name="connsiteX0" fmla="*/ 458811 w 548021"/>
              <a:gd name="connsiteY0" fmla="*/ 0 h 3367668"/>
              <a:gd name="connsiteX1" fmla="*/ 291543 w 548021"/>
              <a:gd name="connsiteY1" fmla="*/ 0 h 3367668"/>
              <a:gd name="connsiteX2" fmla="*/ 79669 w 548021"/>
              <a:gd name="connsiteY2" fmla="*/ 11151 h 3367668"/>
              <a:gd name="connsiteX3" fmla="*/ 46216 w 548021"/>
              <a:gd name="connsiteY3" fmla="*/ 1338146 h 3367668"/>
              <a:gd name="connsiteX4" fmla="*/ 68518 w 548021"/>
              <a:gd name="connsiteY4" fmla="*/ 3367668 h 3367668"/>
              <a:gd name="connsiteX5" fmla="*/ 269240 w 548021"/>
              <a:gd name="connsiteY5" fmla="*/ 3345366 h 3367668"/>
              <a:gd name="connsiteX6" fmla="*/ 548021 w 548021"/>
              <a:gd name="connsiteY6" fmla="*/ 3367668 h 336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8021" h="3367668">
                <a:moveTo>
                  <a:pt x="458811" y="0"/>
                </a:moveTo>
                <a:cubicBezTo>
                  <a:pt x="333351" y="25092"/>
                  <a:pt x="487100" y="0"/>
                  <a:pt x="291543" y="0"/>
                </a:cubicBezTo>
                <a:cubicBezTo>
                  <a:pt x="220821" y="0"/>
                  <a:pt x="150294" y="7434"/>
                  <a:pt x="79669" y="11151"/>
                </a:cubicBezTo>
                <a:cubicBezTo>
                  <a:pt x="3739" y="542671"/>
                  <a:pt x="46216" y="196266"/>
                  <a:pt x="46216" y="1338146"/>
                </a:cubicBezTo>
                <a:cubicBezTo>
                  <a:pt x="46216" y="3274574"/>
                  <a:pt x="-71338" y="2668377"/>
                  <a:pt x="68518" y="3367668"/>
                </a:cubicBezTo>
                <a:cubicBezTo>
                  <a:pt x="126584" y="3359373"/>
                  <a:pt x="215118" y="3345366"/>
                  <a:pt x="269240" y="3345366"/>
                </a:cubicBezTo>
                <a:cubicBezTo>
                  <a:pt x="510997" y="3345366"/>
                  <a:pt x="451415" y="3319367"/>
                  <a:pt x="548021" y="3367668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A3E7C77-C1B9-4848-A264-E7258C0EF779}"/>
              </a:ext>
            </a:extLst>
          </p:cNvPr>
          <p:cNvSpPr/>
          <p:nvPr/>
        </p:nvSpPr>
        <p:spPr>
          <a:xfrm>
            <a:off x="7549376" y="2877015"/>
            <a:ext cx="1215483" cy="33645"/>
          </a:xfrm>
          <a:custGeom>
            <a:avLst/>
            <a:gdLst>
              <a:gd name="connsiteX0" fmla="*/ 0 w 1215483"/>
              <a:gd name="connsiteY0" fmla="*/ 0 h 33645"/>
              <a:gd name="connsiteX1" fmla="*/ 780585 w 1215483"/>
              <a:gd name="connsiteY1" fmla="*/ 22302 h 33645"/>
              <a:gd name="connsiteX2" fmla="*/ 1215483 w 1215483"/>
              <a:gd name="connsiteY2" fmla="*/ 33453 h 3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5483" h="33645">
                <a:moveTo>
                  <a:pt x="0" y="0"/>
                </a:moveTo>
                <a:lnTo>
                  <a:pt x="780585" y="22302"/>
                </a:lnTo>
                <a:cubicBezTo>
                  <a:pt x="1206357" y="36036"/>
                  <a:pt x="875126" y="33453"/>
                  <a:pt x="1215483" y="33453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E1B94F7E-5435-4017-A70A-230A4CD70428}"/>
              </a:ext>
            </a:extLst>
          </p:cNvPr>
          <p:cNvSpPr/>
          <p:nvPr/>
        </p:nvSpPr>
        <p:spPr>
          <a:xfrm>
            <a:off x="3557238" y="1895707"/>
            <a:ext cx="5084957" cy="1773044"/>
          </a:xfrm>
          <a:custGeom>
            <a:avLst/>
            <a:gdLst>
              <a:gd name="connsiteX0" fmla="*/ 5285678 w 5285678"/>
              <a:gd name="connsiteY0" fmla="*/ 33535 h 1851184"/>
              <a:gd name="connsiteX1" fmla="*/ 5073805 w 5285678"/>
              <a:gd name="connsiteY1" fmla="*/ 82 h 1851184"/>
              <a:gd name="connsiteX2" fmla="*/ 2754351 w 5285678"/>
              <a:gd name="connsiteY2" fmla="*/ 11233 h 1851184"/>
              <a:gd name="connsiteX3" fmla="*/ 2141034 w 5285678"/>
              <a:gd name="connsiteY3" fmla="*/ 55838 h 1851184"/>
              <a:gd name="connsiteX4" fmla="*/ 1561171 w 5285678"/>
              <a:gd name="connsiteY4" fmla="*/ 78140 h 1851184"/>
              <a:gd name="connsiteX5" fmla="*/ 1237785 w 5285678"/>
              <a:gd name="connsiteY5" fmla="*/ 133896 h 1851184"/>
              <a:gd name="connsiteX6" fmla="*/ 858644 w 5285678"/>
              <a:gd name="connsiteY6" fmla="*/ 167350 h 1851184"/>
              <a:gd name="connsiteX7" fmla="*/ 735980 w 5285678"/>
              <a:gd name="connsiteY7" fmla="*/ 178501 h 1851184"/>
              <a:gd name="connsiteX8" fmla="*/ 735980 w 5285678"/>
              <a:gd name="connsiteY8" fmla="*/ 1605857 h 1851184"/>
              <a:gd name="connsiteX9" fmla="*/ 657922 w 5285678"/>
              <a:gd name="connsiteY9" fmla="*/ 1828882 h 1851184"/>
              <a:gd name="connsiteX10" fmla="*/ 624468 w 5285678"/>
              <a:gd name="connsiteY10" fmla="*/ 1851184 h 1851184"/>
              <a:gd name="connsiteX11" fmla="*/ 468351 w 5285678"/>
              <a:gd name="connsiteY11" fmla="*/ 1840033 h 1851184"/>
              <a:gd name="connsiteX12" fmla="*/ 312234 w 5285678"/>
              <a:gd name="connsiteY12" fmla="*/ 1817731 h 1851184"/>
              <a:gd name="connsiteX13" fmla="*/ 0 w 5285678"/>
              <a:gd name="connsiteY13" fmla="*/ 1795428 h 185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85678" h="1851184">
                <a:moveTo>
                  <a:pt x="5285678" y="33535"/>
                </a:moveTo>
                <a:cubicBezTo>
                  <a:pt x="5193546" y="-3317"/>
                  <a:pt x="5218445" y="82"/>
                  <a:pt x="5073805" y="82"/>
                </a:cubicBezTo>
                <a:lnTo>
                  <a:pt x="2754351" y="11233"/>
                </a:lnTo>
                <a:lnTo>
                  <a:pt x="2141034" y="55838"/>
                </a:lnTo>
                <a:cubicBezTo>
                  <a:pt x="1947907" y="66668"/>
                  <a:pt x="1753883" y="61486"/>
                  <a:pt x="1561171" y="78140"/>
                </a:cubicBezTo>
                <a:cubicBezTo>
                  <a:pt x="1452191" y="87558"/>
                  <a:pt x="1346026" y="118111"/>
                  <a:pt x="1237785" y="133896"/>
                </a:cubicBezTo>
                <a:cubicBezTo>
                  <a:pt x="1082744" y="156506"/>
                  <a:pt x="1008320" y="155837"/>
                  <a:pt x="858644" y="167350"/>
                </a:cubicBezTo>
                <a:cubicBezTo>
                  <a:pt x="817708" y="170499"/>
                  <a:pt x="776868" y="174784"/>
                  <a:pt x="735980" y="178501"/>
                </a:cubicBezTo>
                <a:cubicBezTo>
                  <a:pt x="752049" y="773015"/>
                  <a:pt x="759026" y="837650"/>
                  <a:pt x="735980" y="1605857"/>
                </a:cubicBezTo>
                <a:cubicBezTo>
                  <a:pt x="734042" y="1670454"/>
                  <a:pt x="688401" y="1779354"/>
                  <a:pt x="657922" y="1828882"/>
                </a:cubicBezTo>
                <a:cubicBezTo>
                  <a:pt x="650898" y="1840296"/>
                  <a:pt x="635619" y="1843750"/>
                  <a:pt x="624468" y="1851184"/>
                </a:cubicBezTo>
                <a:cubicBezTo>
                  <a:pt x="572429" y="1847467"/>
                  <a:pt x="520226" y="1845591"/>
                  <a:pt x="468351" y="1840033"/>
                </a:cubicBezTo>
                <a:cubicBezTo>
                  <a:pt x="416083" y="1834433"/>
                  <a:pt x="364527" y="1823094"/>
                  <a:pt x="312234" y="1817731"/>
                </a:cubicBezTo>
                <a:cubicBezTo>
                  <a:pt x="86110" y="1794539"/>
                  <a:pt x="119049" y="1795428"/>
                  <a:pt x="0" y="1795428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ED2E3247-B816-4E5D-B952-5771105A5ACA}"/>
              </a:ext>
            </a:extLst>
          </p:cNvPr>
          <p:cNvSpPr/>
          <p:nvPr/>
        </p:nvSpPr>
        <p:spPr>
          <a:xfrm>
            <a:off x="3568390" y="3746810"/>
            <a:ext cx="5129561" cy="1618062"/>
          </a:xfrm>
          <a:custGeom>
            <a:avLst/>
            <a:gdLst>
              <a:gd name="connsiteX0" fmla="*/ 0 w 5129561"/>
              <a:gd name="connsiteY0" fmla="*/ 0 h 1618062"/>
              <a:gd name="connsiteX1" fmla="*/ 66908 w 5129561"/>
              <a:gd name="connsiteY1" fmla="*/ 33454 h 1618062"/>
              <a:gd name="connsiteX2" fmla="*/ 156117 w 5129561"/>
              <a:gd name="connsiteY2" fmla="*/ 55756 h 1618062"/>
              <a:gd name="connsiteX3" fmla="*/ 713678 w 5129561"/>
              <a:gd name="connsiteY3" fmla="*/ 89210 h 1618062"/>
              <a:gd name="connsiteX4" fmla="*/ 791737 w 5129561"/>
              <a:gd name="connsiteY4" fmla="*/ 646771 h 1618062"/>
              <a:gd name="connsiteX5" fmla="*/ 847493 w 5129561"/>
              <a:gd name="connsiteY5" fmla="*/ 1025912 h 1618062"/>
              <a:gd name="connsiteX6" fmla="*/ 880947 w 5129561"/>
              <a:gd name="connsiteY6" fmla="*/ 1103971 h 1618062"/>
              <a:gd name="connsiteX7" fmla="*/ 903249 w 5129561"/>
              <a:gd name="connsiteY7" fmla="*/ 1204332 h 1618062"/>
              <a:gd name="connsiteX8" fmla="*/ 925551 w 5129561"/>
              <a:gd name="connsiteY8" fmla="*/ 1282390 h 1618062"/>
              <a:gd name="connsiteX9" fmla="*/ 1059366 w 5129561"/>
              <a:gd name="connsiteY9" fmla="*/ 1326995 h 1618062"/>
              <a:gd name="connsiteX10" fmla="*/ 1438508 w 5129561"/>
              <a:gd name="connsiteY10" fmla="*/ 1382751 h 1618062"/>
              <a:gd name="connsiteX11" fmla="*/ 1862254 w 5129561"/>
              <a:gd name="connsiteY11" fmla="*/ 1460810 h 1618062"/>
              <a:gd name="connsiteX12" fmla="*/ 2129883 w 5129561"/>
              <a:gd name="connsiteY12" fmla="*/ 1483112 h 1618062"/>
              <a:gd name="connsiteX13" fmla="*/ 2843561 w 5129561"/>
              <a:gd name="connsiteY13" fmla="*/ 1538868 h 1618062"/>
              <a:gd name="connsiteX14" fmla="*/ 4137103 w 5129561"/>
              <a:gd name="connsiteY14" fmla="*/ 1583473 h 1618062"/>
              <a:gd name="connsiteX15" fmla="*/ 4638908 w 5129561"/>
              <a:gd name="connsiteY15" fmla="*/ 1616927 h 1618062"/>
              <a:gd name="connsiteX16" fmla="*/ 5129561 w 5129561"/>
              <a:gd name="connsiteY16" fmla="*/ 1616927 h 161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29561" h="1618062">
                <a:moveTo>
                  <a:pt x="0" y="0"/>
                </a:moveTo>
                <a:cubicBezTo>
                  <a:pt x="22303" y="11151"/>
                  <a:pt x="44122" y="23327"/>
                  <a:pt x="66908" y="33454"/>
                </a:cubicBezTo>
                <a:cubicBezTo>
                  <a:pt x="88681" y="43131"/>
                  <a:pt x="136662" y="54341"/>
                  <a:pt x="156117" y="55756"/>
                </a:cubicBezTo>
                <a:cubicBezTo>
                  <a:pt x="341814" y="69261"/>
                  <a:pt x="527824" y="78059"/>
                  <a:pt x="713678" y="89210"/>
                </a:cubicBezTo>
                <a:cubicBezTo>
                  <a:pt x="759743" y="334884"/>
                  <a:pt x="762861" y="329125"/>
                  <a:pt x="791737" y="646771"/>
                </a:cubicBezTo>
                <a:cubicBezTo>
                  <a:pt x="801112" y="749903"/>
                  <a:pt x="816211" y="952921"/>
                  <a:pt x="847493" y="1025912"/>
                </a:cubicBezTo>
                <a:cubicBezTo>
                  <a:pt x="858644" y="1051932"/>
                  <a:pt x="872503" y="1076951"/>
                  <a:pt x="880947" y="1103971"/>
                </a:cubicBezTo>
                <a:cubicBezTo>
                  <a:pt x="891169" y="1136681"/>
                  <a:pt x="894938" y="1171085"/>
                  <a:pt x="903249" y="1204332"/>
                </a:cubicBezTo>
                <a:cubicBezTo>
                  <a:pt x="909812" y="1230585"/>
                  <a:pt x="904273" y="1265671"/>
                  <a:pt x="925551" y="1282390"/>
                </a:cubicBezTo>
                <a:cubicBezTo>
                  <a:pt x="962522" y="1311439"/>
                  <a:pt x="1013223" y="1317967"/>
                  <a:pt x="1059366" y="1326995"/>
                </a:cubicBezTo>
                <a:cubicBezTo>
                  <a:pt x="1184729" y="1351523"/>
                  <a:pt x="1312506" y="1361751"/>
                  <a:pt x="1438508" y="1382751"/>
                </a:cubicBezTo>
                <a:cubicBezTo>
                  <a:pt x="1580179" y="1406363"/>
                  <a:pt x="1720118" y="1440177"/>
                  <a:pt x="1862254" y="1460810"/>
                </a:cubicBezTo>
                <a:cubicBezTo>
                  <a:pt x="1950844" y="1473670"/>
                  <a:pt x="2040745" y="1474859"/>
                  <a:pt x="2129883" y="1483112"/>
                </a:cubicBezTo>
                <a:cubicBezTo>
                  <a:pt x="2608426" y="1527421"/>
                  <a:pt x="2332171" y="1511953"/>
                  <a:pt x="2843561" y="1538868"/>
                </a:cubicBezTo>
                <a:cubicBezTo>
                  <a:pt x="3639421" y="1580755"/>
                  <a:pt x="3376602" y="1569646"/>
                  <a:pt x="4137103" y="1583473"/>
                </a:cubicBezTo>
                <a:cubicBezTo>
                  <a:pt x="4278674" y="1594799"/>
                  <a:pt x="4491574" y="1614625"/>
                  <a:pt x="4638908" y="1616927"/>
                </a:cubicBezTo>
                <a:cubicBezTo>
                  <a:pt x="4802439" y="1619482"/>
                  <a:pt x="4966010" y="1616927"/>
                  <a:pt x="5129561" y="1616927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9A8BA5A7-2B6D-4C49-87F3-47CB84359E5A}"/>
              </a:ext>
            </a:extLst>
          </p:cNvPr>
          <p:cNvSpPr/>
          <p:nvPr/>
        </p:nvSpPr>
        <p:spPr>
          <a:xfrm>
            <a:off x="3568390" y="1493128"/>
            <a:ext cx="5051503" cy="1254290"/>
          </a:xfrm>
          <a:custGeom>
            <a:avLst/>
            <a:gdLst>
              <a:gd name="connsiteX0" fmla="*/ 0 w 5051503"/>
              <a:gd name="connsiteY0" fmla="*/ 1361241 h 1387761"/>
              <a:gd name="connsiteX1" fmla="*/ 55756 w 5051503"/>
              <a:gd name="connsiteY1" fmla="*/ 1350089 h 1387761"/>
              <a:gd name="connsiteX2" fmla="*/ 501805 w 5051503"/>
              <a:gd name="connsiteY2" fmla="*/ 1338938 h 1387761"/>
              <a:gd name="connsiteX3" fmla="*/ 479503 w 5051503"/>
              <a:gd name="connsiteY3" fmla="*/ 915192 h 1387761"/>
              <a:gd name="connsiteX4" fmla="*/ 468351 w 5051503"/>
              <a:gd name="connsiteY4" fmla="*/ 681016 h 1387761"/>
              <a:gd name="connsiteX5" fmla="*/ 479503 w 5051503"/>
              <a:gd name="connsiteY5" fmla="*/ 223816 h 1387761"/>
              <a:gd name="connsiteX6" fmla="*/ 546410 w 5051503"/>
              <a:gd name="connsiteY6" fmla="*/ 212665 h 1387761"/>
              <a:gd name="connsiteX7" fmla="*/ 880947 w 5051503"/>
              <a:gd name="connsiteY7" fmla="*/ 168060 h 1387761"/>
              <a:gd name="connsiteX8" fmla="*/ 1405054 w 5051503"/>
              <a:gd name="connsiteY8" fmla="*/ 134606 h 1387761"/>
              <a:gd name="connsiteX9" fmla="*/ 2230244 w 5051503"/>
              <a:gd name="connsiteY9" fmla="*/ 67699 h 1387761"/>
              <a:gd name="connsiteX10" fmla="*/ 3947532 w 5051503"/>
              <a:gd name="connsiteY10" fmla="*/ 23094 h 1387761"/>
              <a:gd name="connsiteX11" fmla="*/ 5051503 w 5051503"/>
              <a:gd name="connsiteY11" fmla="*/ 792 h 1387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51503" h="1387761">
                <a:moveTo>
                  <a:pt x="0" y="1361241"/>
                </a:moveTo>
                <a:cubicBezTo>
                  <a:pt x="18585" y="1357524"/>
                  <a:pt x="36821" y="1350931"/>
                  <a:pt x="55756" y="1350089"/>
                </a:cubicBezTo>
                <a:cubicBezTo>
                  <a:pt x="204339" y="1343485"/>
                  <a:pt x="398012" y="1445462"/>
                  <a:pt x="501805" y="1338938"/>
                </a:cubicBezTo>
                <a:cubicBezTo>
                  <a:pt x="600514" y="1237632"/>
                  <a:pt x="486686" y="1056454"/>
                  <a:pt x="479503" y="915192"/>
                </a:cubicBezTo>
                <a:cubicBezTo>
                  <a:pt x="475535" y="837146"/>
                  <a:pt x="472068" y="759075"/>
                  <a:pt x="468351" y="681016"/>
                </a:cubicBezTo>
                <a:cubicBezTo>
                  <a:pt x="472068" y="528616"/>
                  <a:pt x="454441" y="374187"/>
                  <a:pt x="479503" y="223816"/>
                </a:cubicBezTo>
                <a:cubicBezTo>
                  <a:pt x="483220" y="201514"/>
                  <a:pt x="524015" y="215775"/>
                  <a:pt x="546410" y="212665"/>
                </a:cubicBezTo>
                <a:cubicBezTo>
                  <a:pt x="657840" y="197189"/>
                  <a:pt x="768910" y="178245"/>
                  <a:pt x="880947" y="168060"/>
                </a:cubicBezTo>
                <a:cubicBezTo>
                  <a:pt x="1055286" y="152211"/>
                  <a:pt x="1230478" y="147591"/>
                  <a:pt x="1405054" y="134606"/>
                </a:cubicBezTo>
                <a:cubicBezTo>
                  <a:pt x="1680260" y="114136"/>
                  <a:pt x="1954343" y="73697"/>
                  <a:pt x="2230244" y="67699"/>
                </a:cubicBezTo>
                <a:lnTo>
                  <a:pt x="3947532" y="23094"/>
                </a:lnTo>
                <a:cubicBezTo>
                  <a:pt x="4882309" y="-6488"/>
                  <a:pt x="4127923" y="792"/>
                  <a:pt x="5051503" y="792"/>
                </a:cubicBez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37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2574AF-16F2-4C8F-AEF1-E83DD1F14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4439"/>
              </p:ext>
            </p:extLst>
          </p:nvPr>
        </p:nvGraphicFramePr>
        <p:xfrm>
          <a:off x="8384743" y="1775147"/>
          <a:ext cx="3306426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774">
                  <a:extLst>
                    <a:ext uri="{9D8B030D-6E8A-4147-A177-3AD203B41FA5}">
                      <a16:colId xmlns:a16="http://schemas.microsoft.com/office/drawing/2014/main" val="3318151771"/>
                    </a:ext>
                  </a:extLst>
                </a:gridCol>
                <a:gridCol w="1476652">
                  <a:extLst>
                    <a:ext uri="{9D8B030D-6E8A-4147-A177-3AD203B41FA5}">
                      <a16:colId xmlns:a16="http://schemas.microsoft.com/office/drawing/2014/main" val="1057984607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상영관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5829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 번호 </a:t>
                      </a:r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71807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008798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 </a:t>
                      </a:r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44238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25422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48768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2A5BC9-A783-4AA0-A5D1-E56151A57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918556"/>
              </p:ext>
            </p:extLst>
          </p:nvPr>
        </p:nvGraphicFramePr>
        <p:xfrm>
          <a:off x="244355" y="4174273"/>
          <a:ext cx="3306426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2053321658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260369349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고객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59600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 </a:t>
                      </a:r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635368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97101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06560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E1137E-4C20-44F5-B9DB-19FF244A3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55440"/>
              </p:ext>
            </p:extLst>
          </p:nvPr>
        </p:nvGraphicFramePr>
        <p:xfrm>
          <a:off x="4650059" y="1326455"/>
          <a:ext cx="3306426" cy="278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892">
                  <a:extLst>
                    <a:ext uri="{9D8B030D-6E8A-4147-A177-3AD203B41FA5}">
                      <a16:colId xmlns:a16="http://schemas.microsoft.com/office/drawing/2014/main" val="2563045786"/>
                    </a:ext>
                  </a:extLst>
                </a:gridCol>
                <a:gridCol w="1544534">
                  <a:extLst>
                    <a:ext uri="{9D8B030D-6E8A-4147-A177-3AD203B41FA5}">
                      <a16:colId xmlns:a16="http://schemas.microsoft.com/office/drawing/2014/main" val="1963631233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예약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52153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85212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상영관번호 </a:t>
                      </a:r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072512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 </a:t>
                      </a:r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02313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981156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고객번호 </a:t>
                      </a:r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9076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291344-F4FC-4B66-AE7A-DE540EC96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421502"/>
              </p:ext>
            </p:extLst>
          </p:nvPr>
        </p:nvGraphicFramePr>
        <p:xfrm>
          <a:off x="656949" y="1518419"/>
          <a:ext cx="3306426" cy="18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13">
                  <a:extLst>
                    <a:ext uri="{9D8B030D-6E8A-4147-A177-3AD203B41FA5}">
                      <a16:colId xmlns:a16="http://schemas.microsoft.com/office/drawing/2014/main" val="2122062401"/>
                    </a:ext>
                  </a:extLst>
                </a:gridCol>
                <a:gridCol w="1653213">
                  <a:extLst>
                    <a:ext uri="{9D8B030D-6E8A-4147-A177-3AD203B41FA5}">
                      <a16:colId xmlns:a16="http://schemas.microsoft.com/office/drawing/2014/main" val="3683355054"/>
                    </a:ext>
                  </a:extLst>
                </a:gridCol>
              </a:tblGrid>
              <a:tr h="46463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극장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Filed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597791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극장번호 </a:t>
                      </a:r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373995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극장이름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588850"/>
                  </a:ext>
                </a:extLst>
              </a:tr>
              <a:tr h="464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477350"/>
                  </a:ext>
                </a:extLst>
              </a:tr>
            </a:tbl>
          </a:graphicData>
        </a:graphic>
      </p:graphicFrame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B5861B2E-776C-4DC1-AF6C-BAE91CA28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94663" y="3841596"/>
            <a:ext cx="1467270" cy="103148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EC03B6CD-B2B4-41CB-8289-B6FD177BB1E1}"/>
              </a:ext>
            </a:extLst>
          </p:cNvPr>
          <p:cNvCxnSpPr>
            <a:cxnSpLocks/>
          </p:cNvCxnSpPr>
          <p:nvPr/>
        </p:nvCxnSpPr>
        <p:spPr>
          <a:xfrm>
            <a:off x="3796107" y="2236717"/>
            <a:ext cx="1021220" cy="756846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A26226E-F29B-4B62-8034-7DB350C32E85}"/>
              </a:ext>
            </a:extLst>
          </p:cNvPr>
          <p:cNvCxnSpPr/>
          <p:nvPr/>
        </p:nvCxnSpPr>
        <p:spPr>
          <a:xfrm>
            <a:off x="7761250" y="2447689"/>
            <a:ext cx="780585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84D26EA9-C65F-42A1-8CE7-0B949672C934}"/>
              </a:ext>
            </a:extLst>
          </p:cNvPr>
          <p:cNvCxnSpPr/>
          <p:nvPr/>
        </p:nvCxnSpPr>
        <p:spPr>
          <a:xfrm flipH="1">
            <a:off x="8251902" y="3376959"/>
            <a:ext cx="2899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1943240-017A-4A17-B790-62516E9E4985}"/>
              </a:ext>
            </a:extLst>
          </p:cNvPr>
          <p:cNvCxnSpPr/>
          <p:nvPr/>
        </p:nvCxnSpPr>
        <p:spPr>
          <a:xfrm flipV="1">
            <a:off x="8251902" y="858645"/>
            <a:ext cx="0" cy="25183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70CE36C-7DD3-41D1-ADD8-A83121AB63F7}"/>
              </a:ext>
            </a:extLst>
          </p:cNvPr>
          <p:cNvCxnSpPr/>
          <p:nvPr/>
        </p:nvCxnSpPr>
        <p:spPr>
          <a:xfrm flipH="1">
            <a:off x="4306717" y="858645"/>
            <a:ext cx="39451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331BE60-4C71-4728-8E43-B75FD0EDBEB2}"/>
              </a:ext>
            </a:extLst>
          </p:cNvPr>
          <p:cNvCxnSpPr/>
          <p:nvPr/>
        </p:nvCxnSpPr>
        <p:spPr>
          <a:xfrm>
            <a:off x="4306717" y="858645"/>
            <a:ext cx="0" cy="12591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3E75D427-6FAD-4D5D-BF1F-F5A6C6A5DB85}"/>
              </a:ext>
            </a:extLst>
          </p:cNvPr>
          <p:cNvCxnSpPr/>
          <p:nvPr/>
        </p:nvCxnSpPr>
        <p:spPr>
          <a:xfrm flipH="1">
            <a:off x="3796107" y="2117802"/>
            <a:ext cx="51061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2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466</Words>
  <Application>Microsoft Office PowerPoint</Application>
  <PresentationFormat>와이드스크린</PresentationFormat>
  <Paragraphs>269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Google Sans</vt:lpstr>
      <vt:lpstr>맑은 고딕</vt:lpstr>
      <vt:lpstr>Arial</vt:lpstr>
      <vt:lpstr>Office 테마</vt:lpstr>
      <vt:lpstr>Olympics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Olympics 데이터베이스 구축</dc:title>
  <dc:creator>Administrator</dc:creator>
  <cp:lastModifiedBy>Administrator</cp:lastModifiedBy>
  <cp:revision>19</cp:revision>
  <dcterms:created xsi:type="dcterms:W3CDTF">2025-11-21T03:33:54Z</dcterms:created>
  <dcterms:modified xsi:type="dcterms:W3CDTF">2025-11-21T09:12:31Z</dcterms:modified>
</cp:coreProperties>
</file>